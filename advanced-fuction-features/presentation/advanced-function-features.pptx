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51760" y="1801368"/>
            <a:ext cx="42976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59152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3778AF"/>
                </a:solidFill>
                <a:latin typeface="Aptos Display"/>
              </a:defRPr>
            </a:pPr>
            <a:r>
              <a:t>Advanced Function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Python provides advanced function features for creating more complex and powerful functions.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The source introduces simple functions, nested functions, passing functions as parameters, functions returning functions, and function wrappers.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These examples demonstrate how functions can be composed and used as inputs or outputs.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Advanced Function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 simple function receives parameters, performs an operation, and returns a result.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def Add2Nums(Num1,Num2):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    return Num1+Num2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print(Add2Nums(1,2))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Output: 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Simple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A nested function is a function defined inside another function.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The source uses an inner Add5 function inside add2numsAndFive().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def add2numsAndFive(num1,num2):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    def Add5(num):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        return num+5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    return Add5(num1+num2)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print(add2numsAndFive(1,2))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Output: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Nested Function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Python allows a function to accept another function as an input parameter.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defines add5() and addSpl(), then passes them to addTwoNums().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addTwoNums(func) checks which function was supplied and calls it with the required arguments.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print(addTwoNums(add5))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print(addTwoNums(addSpl))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Output: 6 and 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Passing Function as Parameter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 function can return another function as its output.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defines AddNumWith5() with a nested Add5() function and returns Add5.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add_5 = AddNumWith5(5)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print(add_5())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Output: 10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add_5 is an object representing the returned function; printing it displays its object address.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Function Returns Another Function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A function wrapper enhances a function's functionality without changing the original function's source.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The wrapper or outer function calls the original function and adds or combines behavior.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def AddTWONums(Num1,Num2):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    return Num1+Num2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def add3Nums_1(Num1,Num2,Num3):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    return AddTWONums(AddTWONums(Num1,Num2), Num3)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170">
                <a:solidFill>
                  <a:srgbClr val="262626"/>
                </a:solidFill>
                <a:latin typeface="Courier New"/>
              </a:defRPr>
            </a:pPr>
            <a:r>
              <a:t>print(add3Nums_1(1,2,3))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60"/>
              </a:spcAft>
              <a:defRPr sz="1250">
                <a:solidFill>
                  <a:srgbClr val="262626"/>
                </a:solidFill>
                <a:latin typeface="Aptos"/>
              </a:defRPr>
            </a:pPr>
            <a:r>
              <a:t>Output: 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Function Wrappers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Nested functions place one function inside another and can help organize multi-step operations.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Functions can be passed as parameters, allowing another function to choose and execute the supplied behavior.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Functions can return other functions, making the returned function reusable as an object.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Function wrappers can enhance existing functionality without changing the original function's implementation.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Together, these features demonstrate Python's flexible use of functions as reusable objects and building blocks.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Advanced Function Features: Summary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