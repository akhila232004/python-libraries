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Pickle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Pickle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The pickle module provides Python's object serialization mechanism.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It can convert Python objects into a byte stream for storage or transfer and reconstruct them later.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Pickle is useful when Python objects need to be saved and loaded while preserving their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Serialize with dump()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pickle.dump() serializes a Python object and writes the resulting byte stream to a file.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The file should be opened in binary write mode.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import pickle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data = {'name': 'Akhila', 'age': 22}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with open('data.pkl', 'wb') as file: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    pickle.dump(data, file)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Deserialize with load()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pickle.load() reads a serialized object from a binary file and reconstructs the Python object.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with open('data.pkl', 'rb') as file: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    loaded = pickle.load(file)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print(loaded)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The loaded object can be used like the original Python object.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dumps() and loads()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pickle.dumps() serializes an object into a bytes object instead of writing directly to a file.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pickle.loads() reconstructs an object from serialized bytes.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data = {'name': 'Akhila', 'age': 22}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dumped = pickle.dumps(data)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loaded = pickle.loads(dumped)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print(loaded)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Pickling Different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Pickle can serialize many Python objects, including lists, dictionaries, tuples, sets, and instances of user-defined classes.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numbers = [10, 20, 30]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with open('numbers.pkl', 'wb') as file: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    pickle.dump(numbers, file)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The object type and its contents can be reconstructed when it is loaded.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Pickle Protocols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Pickle supports multiple protocol versions that define how objects are serialized.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A newer protocol can provide improved efficiency and support for newer features.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40">
                <a:solidFill>
                  <a:srgbClr val="000000"/>
                </a:solidFill>
                <a:latin typeface="Aptos"/>
              </a:defRPr>
            </a:pPr>
            <a:r>
              <a:t>with open('data.pkl', 'wb') as file: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40">
                <a:solidFill>
                  <a:srgbClr val="000000"/>
                </a:solidFill>
                <a:latin typeface="Aptos"/>
              </a:defRPr>
            </a:pPr>
            <a:r>
              <a:t>    pickle.dump(data, file, protocol=pickle.HIGHEST_PROTOCOL)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Using the highest available protocol is useful when compatibility with older Python versions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Pickle Workflow and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1. Import the pickle module.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2. Open a file in binary mode when using file-based serialization.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3. Serialize objects with dump() or dumps().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4. Deserialize objects with load() or loads().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5. Use the reconstructed object in the program.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Never unpickle data from an untrusted or unknown source because deserialization can execute malicious code.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