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pymssql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pymssql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pymssql is a Python DB-API module for connecting to Microsoft SQL Server.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It provides a Python interface for establishing database connections, executing SQL statements, and retrieving query results.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It is commonly used when Python applications need to work with SQL Server databases.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 pymssql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Install the pymssql package before importing it into a Python application.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python -m pip install pymssql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Import the module with: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import pymssql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Connect to SQL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60">
                <a:solidFill>
                  <a:srgbClr val="000000"/>
                </a:solidFill>
                <a:latin typeface="Aptos"/>
              </a:defRPr>
            </a:pPr>
            <a:r>
              <a:t>Use pymssql.connect() to create a connection to a SQL Server database.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60">
                <a:solidFill>
                  <a:srgbClr val="000000"/>
                </a:solidFill>
                <a:latin typeface="Aptos"/>
              </a:defRPr>
            </a:pPr>
            <a:r>
              <a:t>A connection can specify the server, user, password, and database.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6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60">
                <a:solidFill>
                  <a:srgbClr val="000000"/>
                </a:solidFill>
                <a:latin typeface="Aptos"/>
              </a:defRPr>
            </a:pPr>
            <a:r>
              <a:t>conn = pymssql.connect(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60">
                <a:solidFill>
                  <a:srgbClr val="000000"/>
                </a:solidFill>
                <a:latin typeface="Aptos"/>
              </a:defRPr>
            </a:pPr>
            <a:r>
              <a:t>    server='localhost',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60">
                <a:solidFill>
                  <a:srgbClr val="000000"/>
                </a:solidFill>
                <a:latin typeface="Aptos"/>
              </a:defRPr>
            </a:pPr>
            <a:r>
              <a:t>    user='username',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60">
                <a:solidFill>
                  <a:srgbClr val="000000"/>
                </a:solidFill>
                <a:latin typeface="Aptos"/>
              </a:defRPr>
            </a:pPr>
            <a:r>
              <a:t>    password='password',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60">
                <a:solidFill>
                  <a:srgbClr val="000000"/>
                </a:solidFill>
                <a:latin typeface="Aptos"/>
              </a:defRPr>
            </a:pPr>
            <a:r>
              <a:t>    database='mydb'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60">
                <a:solidFill>
                  <a:srgbClr val="000000"/>
                </a:solidFill>
                <a:latin typeface="Aptos"/>
              </a:defRPr>
            </a:pP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Create a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A cursor is used to execute SQL commands and retrieve results.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cursor = conn.cursor()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cursor.execute('SELECT @@VERSION')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result = cursor.fetchone()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print(result)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The same cursor can be used for multiple database operations.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Execute SQL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000000"/>
                </a:solidFill>
                <a:latin typeface="Aptos"/>
              </a:defRPr>
            </a:pPr>
            <a:r>
              <a:t>cursor.execute() sends an SQL statement to SQL Server.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Parameterized queries should be used when application values are supplied to SQL statements.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000000"/>
                </a:solidFill>
                <a:latin typeface="Aptos"/>
              </a:defRPr>
            </a:pPr>
            <a:r>
              <a:t>cursor.execute(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000000"/>
                </a:solidFill>
                <a:latin typeface="Aptos"/>
              </a:defRPr>
            </a:pPr>
            <a:r>
              <a:t>    'SELECT id, name FROM users WHERE id = %s',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    (user_id,)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Using parameters helps avoid constructing SQL with untrusted input.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Insert and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070">
                <a:solidFill>
                  <a:srgbClr val="000000"/>
                </a:solidFill>
                <a:latin typeface="Aptos"/>
              </a:defRPr>
            </a:pPr>
            <a:r>
              <a:t>INSERT, UPDATE, and DELETE statements modify database data.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After successful modifications, commit() saves the transaction.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70">
                <a:solidFill>
                  <a:srgbClr val="000000"/>
                </a:solidFill>
                <a:latin typeface="Aptos"/>
              </a:defRPr>
            </a:pPr>
            <a:r>
              <a:t>cursor.execute(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    'INSERT INTO users (name) VALUES (%s)',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    ('Akhila',)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70">
                <a:solidFill>
                  <a:srgbClr val="000000"/>
                </a:solidFill>
                <a:latin typeface="Aptos"/>
              </a:defRPr>
            </a:pPr>
            <a:r>
              <a:t>conn.commit()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Fetch Results and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070">
                <a:solidFill>
                  <a:srgbClr val="000000"/>
                </a:solidFill>
                <a:latin typeface="Aptos"/>
              </a:defRPr>
            </a:pPr>
            <a:r>
              <a:t>SELECT queries return rows that can be retrieved with fetchone(), fetchmany(), or fetchall().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70">
                <a:solidFill>
                  <a:srgbClr val="000000"/>
                </a:solidFill>
                <a:latin typeface="Aptos"/>
              </a:defRPr>
            </a:pPr>
            <a:r>
              <a:t>cursor.execute('SELECT id, name FROM users')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70">
                <a:solidFill>
                  <a:srgbClr val="000000"/>
                </a:solidFill>
                <a:latin typeface="Aptos"/>
              </a:defRPr>
            </a:pPr>
            <a:r>
              <a:t>rows = cursor.fetchall()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for row in rows: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    print(row)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Close the cursor and connection after completing database operations.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