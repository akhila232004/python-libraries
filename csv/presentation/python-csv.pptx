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82880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18795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000000"/>
                </a:solidFill>
                <a:latin typeface="Aptos Display"/>
              </a:defRPr>
            </a:pPr>
            <a:r>
              <a:t>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CSV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Python’s csv module provides a simple way to read and write Comma-Separated Values (CSV) files.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CSV file is a plain text file containing tabular data, where each row is a record and each column is a field separated by commas.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Main classes: csv.reader, csv.writer, csv.DictReader, and csv.DictWriter.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Reading a CSV File using csv.reader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csv.reader takes a file object and returns a generator that yields each row as a list of strings.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import csv</a:t>
            </a:r>
            <a:br/>
            <a:r>
              <a:t>with open('data.csv', 'r') as csv_file:</a:t>
            </a:r>
            <a:br/>
            <a:r>
              <a:t>    csv_reader = csv.reader(csv_file)</a:t>
            </a:r>
            <a:br/>
            <a:r>
              <a:t>    next(csv_reader)  # Ignore the header</a:t>
            </a:r>
            <a:br/>
            <a:r>
              <a:t>    for line in csv_reader:</a:t>
            </a:r>
            <a:br/>
            <a:r>
              <a:t>        print(line)</a:t>
            </a:r>
            <a:br/>
            <a:r>
              <a:t>        print(line[2])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next() skips the first line and a list index can be used to access a specific column.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Writing to CSV using csv.writer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csv.writer takes a file object and writes each row of an iterable as a sequence of strings.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import csv</a:t>
            </a:r>
            <a:br/>
            <a:r>
              <a:t>with open('data.csv', 'r') as csv_file:</a:t>
            </a:r>
            <a:br/>
            <a:r>
              <a:t>    csv_reader = csv.reader(csv_file)</a:t>
            </a:r>
            <a:br/>
            <a:r>
              <a:t>    with open('output_data.csv', 'w') as new_file:</a:t>
            </a:r>
            <a:br/>
            <a:r>
              <a:t>        csv_writer = csv.writer(new_file, delimiter='\t')</a:t>
            </a:r>
            <a:br/>
            <a:r>
              <a:t>        for line in csv_reader:</a:t>
            </a:r>
            <a:br/>
            <a:r>
              <a:t>            csv_writer.writerow(line)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example uses a tab delimiter when writing the rows to the output file.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Reading a CSV File using csv.DictReader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csv.DictReader takes a file object and returns a generator that yields each row as a dictionary.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The dictionary keys are the column headers, making access by column name easier and more readable.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import csv</a:t>
            </a:r>
            <a:br/>
            <a:r>
              <a:t>with open('data.csv', 'r') as csv_file:</a:t>
            </a:r>
            <a:br/>
            <a:r>
              <a:t>    csv_reader = csv.DictReader(csv_file)</a:t>
            </a:r>
            <a:br/>
            <a:r>
              <a:t>    for line in csv_reader:</a:t>
            </a:r>
            <a:br/>
            <a:r>
              <a:t>        print(line)</a:t>
            </a:r>
            <a:br/>
            <a:r>
              <a:t>        print(line['LastName'])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Writing to CSV using csv.DictWriter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csv.DictWriter takes a file object and a list of column names, then writes rows represented as dictionaries.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fieldnames = ['FirstName','LastName','Email','Amount','MaxAmount','Status','Country','Start']</a:t>
            </a:r>
            <a:br/>
            <a:r>
              <a:t>csv_writer = csv.DictWriter(new_file, fieldnames=fieldnames, delimiter='\t')</a:t>
            </a:r>
            <a:br/>
            <a:r>
              <a:t>csv_writer.writeheader()</a:t>
            </a:r>
            <a:br/>
            <a:r>
              <a:t>for line in csv_reader:</a:t>
            </a:r>
            <a:br/>
            <a:r>
              <a:t>    csv_writer.writerow(line)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writeheader() writes the column names before the data rows.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Writing Only Specific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csv.DictWriter can also be used to write only selected columns from the input data.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The source defines a reduced fieldnames list that excludes MaxAmount.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50" b="1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60">
                <a:solidFill>
                  <a:srgbClr val="000000"/>
                </a:solidFill>
                <a:latin typeface="Aptos"/>
              </a:defRPr>
            </a:pPr>
            <a:r>
              <a:t>fieldnames = ['FirstName','LastName','Email','Amount','Status','Country','Start']</a:t>
            </a:r>
            <a:br/>
            <a:r>
              <a:t>csv_writer = csv.DictWriter(new_file, fieldnames=fieldnames, delimiter='\t')</a:t>
            </a:r>
            <a:br/>
            <a:r>
              <a:t>for line in csv_reader:</a:t>
            </a:r>
            <a:br/>
            <a:r>
              <a:t>    del line['MaxAmount']</a:t>
            </a:r>
            <a:br/>
            <a:r>
              <a:t>    csv_writer.writerow(line)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CSV Reading and Writing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41832"/>
            <a:ext cx="8119872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1. Open the CSV input file.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2. Create a csv.reader or csv.DictReader to read rows.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3. Process the rows as lists or dictionaries.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4. Open the output CSV file when writing is required.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5. Create csv.writer or csv.DictWriter.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6. Write rows using writerow(); use writeheader() with DictWriter when needed.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