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578608" y="1719072"/>
            <a:ext cx="452628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1488" y="1847088"/>
            <a:ext cx="4160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00"/>
                </a:solidFill>
                <a:latin typeface="Aptos Display"/>
              </a:defRPr>
            </a:pPr>
            <a: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24912" y="2221992"/>
            <a:ext cx="422452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0000"/>
                </a:solidFill>
                <a:latin typeface="Aptos Display"/>
              </a:defRPr>
            </a:pPr>
            <a:r>
              <a:t>Decorators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Decorators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A decorator is a function that modifies or extends the behavior of another function without changing its source code.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Decorators are commonly used for logging, validation, timing, authentication, and reusable behavior.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400">
                <a:solidFill>
                  <a:srgbClr val="000000"/>
                </a:solidFill>
                <a:latin typeface="Aptos"/>
              </a:defRPr>
            </a:pPr>
            <a:r>
              <a:t>They use the @decorator syntax placed above the function definition.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Basic Decorator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270">
                <a:solidFill>
                  <a:srgbClr val="000000"/>
                </a:solidFill>
                <a:latin typeface="Aptos"/>
              </a:defRPr>
            </a:pPr>
            <a:r>
              <a:t>A decorator accepts a function, defines wrapper behavior, and returns the wrapper.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7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70">
                <a:solidFill>
                  <a:srgbClr val="000000"/>
                </a:solidFill>
                <a:latin typeface="Aptos"/>
              </a:defRPr>
            </a:pPr>
            <a:r>
              <a:t>def decorator(func):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70">
                <a:solidFill>
                  <a:srgbClr val="000000"/>
                </a:solidFill>
                <a:latin typeface="Aptos"/>
              </a:defRPr>
            </a:pPr>
            <a:r>
              <a:t>    def wrapper():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70">
                <a:solidFill>
                  <a:srgbClr val="000000"/>
                </a:solidFill>
                <a:latin typeface="Aptos"/>
              </a:defRPr>
            </a:pPr>
            <a:r>
              <a:t>        print('Before function')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70">
                <a:solidFill>
                  <a:srgbClr val="000000"/>
                </a:solidFill>
                <a:latin typeface="Aptos"/>
              </a:defRPr>
            </a:pPr>
            <a:r>
              <a:t>        func()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70">
                <a:solidFill>
                  <a:srgbClr val="000000"/>
                </a:solidFill>
                <a:latin typeface="Aptos"/>
              </a:defRPr>
            </a:pPr>
            <a:r>
              <a:t>        print('After function')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70">
                <a:solidFill>
                  <a:srgbClr val="000000"/>
                </a:solidFill>
                <a:latin typeface="Aptos"/>
              </a:defRPr>
            </a:pPr>
            <a:r>
              <a:t>    return wrapper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Using the @ Syntax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The @decorator syntax applies a decorator to a function at definition time.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00">
                <a:solidFill>
                  <a:srgbClr val="000000"/>
                </a:solidFill>
                <a:latin typeface="Aptos"/>
              </a:defRPr>
            </a:pPr>
            <a:r>
              <a:t>@decorator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200">
                <a:solidFill>
                  <a:srgbClr val="000000"/>
                </a:solidFill>
                <a:latin typeface="Aptos"/>
              </a:defRPr>
            </a:pPr>
            <a:r>
              <a:t>def greet():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    print('Hello')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greet()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The decorated function is effectively replaced by the wrapper returned by the decorator.</a:t>
            </a: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Decorators with Arguments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A wrapper can accept *args and **kwargs so that the decorator works with functions having different parameters.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50">
                <a:solidFill>
                  <a:srgbClr val="000000"/>
                </a:solidFill>
                <a:latin typeface="Aptos"/>
              </a:defRPr>
            </a:pPr>
            <a:r>
              <a:t>def decorator(func):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    def wrapper(*args, **kwargs):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        print('Calling function')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        return func(*args, **kwargs)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    return wrapper</a:t>
            </a: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Returning Function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230">
                <a:solidFill>
                  <a:srgbClr val="000000"/>
                </a:solidFill>
                <a:latin typeface="Aptos"/>
              </a:defRPr>
            </a:pPr>
            <a:r>
              <a:t>A decorator should return the wrapped function's result when the original function produces a value.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3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30">
                <a:solidFill>
                  <a:srgbClr val="000000"/>
                </a:solidFill>
                <a:latin typeface="Aptos"/>
              </a:defRPr>
            </a:pPr>
            <a:r>
              <a:t>def log_call(func):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30">
                <a:solidFill>
                  <a:srgbClr val="000000"/>
                </a:solidFill>
                <a:latin typeface="Aptos"/>
              </a:defRPr>
            </a:pPr>
            <a:r>
              <a:t>    def wrapper(*args, **kwargs):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30">
                <a:solidFill>
                  <a:srgbClr val="000000"/>
                </a:solidFill>
                <a:latin typeface="Aptos"/>
              </a:defRPr>
            </a:pPr>
            <a:r>
              <a:t>        result = func(*args, **kwargs)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30">
                <a:solidFill>
                  <a:srgbClr val="000000"/>
                </a:solidFill>
                <a:latin typeface="Aptos"/>
              </a:defRPr>
            </a:pPr>
            <a:r>
              <a:t>        print(result)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30">
                <a:solidFill>
                  <a:srgbClr val="000000"/>
                </a:solidFill>
                <a:latin typeface="Aptos"/>
              </a:defRPr>
            </a:pPr>
            <a:r>
              <a:t>        return result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30">
                <a:solidFill>
                  <a:srgbClr val="000000"/>
                </a:solidFill>
                <a:latin typeface="Aptos"/>
              </a:defRPr>
            </a:pPr>
            <a:r>
              <a:t>    return wrapper</a:t>
            </a: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Preserving Function Metadata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Wrapping a function can replace its name and documentation with the wrapper's metadata.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functools.wraps preserves important metadata from the original function.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20">
                <a:solidFill>
                  <a:srgbClr val="000000"/>
                </a:solidFill>
                <a:latin typeface="Aptos"/>
              </a:defRPr>
            </a:pPr>
            <a:r>
              <a:t>from functools import wraps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20">
                <a:solidFill>
                  <a:srgbClr val="000000"/>
                </a:solidFill>
                <a:latin typeface="Aptos"/>
              </a:defRPr>
            </a:pPr>
            <a:r>
              <a:t>def decorator(func):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    @wraps(func)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    def wrapper(*args, **kwargs):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        return func(*args, **kwargs)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    return wrapper</a:t>
            </a: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Practical Uses of Decorators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Decorators provide a reusable way to add behavior around existing functions.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Common uses include: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• Logging function calls and results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• Measuring execution time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• Validating inputs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• Checking permissions or authentication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• Caching results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00">
                <a:solidFill>
                  <a:srgbClr val="000000"/>
                </a:solidFill>
                <a:latin typeface="Aptos"/>
              </a:defRPr>
            </a:pPr>
            <a:r>
              <a:t>A decorator keeps the added behavior separate from the function's main logic.</a:t>
            </a: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