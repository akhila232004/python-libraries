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Pandas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Pandas is a Python library for working with structured and tabular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It provides high-level data structures and tools for data analysis and manipulation.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The two core data structures are Series and DataFrame.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Installing 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Pandas can be installed with pip.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python -m pip install pandas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Import the library using the conventional pd alias: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import pandas as pd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A Series is a one-dimensional labeled array that can hold values of different data types.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It can be created from a list or other Python data structure.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series = pd.Series([10, 20, 30, 40])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print(series)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A Series has both values and an associated index.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DataFrame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A DataFrame is a two-dimensional labeled data structure with rows and columns.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It is commonly used to represent tabular data.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data = {'Name': ['Akhila', 'Ravi'], 'Age': [22, 23]}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df = pd.DataFrame(data)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print(df)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Read and Write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Pandas provides functions for reading data from and writing data to common file formats.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Examples include CSV and JSON files.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df = pd.read_csv('data.csv')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df.to_csv('output.csv', index=False)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These functions simplify loading and saving tabular data.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Data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Rows and columns can be selected using column names, labels, and conditions.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names = df['Name']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filtered = df[df['Age'] &gt; 22]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print(names)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print(filtered)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Selection and filtering are fundamental operations in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Pandas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1. Import pandas as pd.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2. Load data into a DataFrame or create one from Python data.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3. Inspect and select the required rows and columns.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4. Filter, transform, and analyze the data.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5. Save the processed data when required.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Pandas is especially useful for practical data cleaning, manipulation, and analysis tasks.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