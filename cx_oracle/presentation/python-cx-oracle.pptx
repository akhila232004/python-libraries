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1828800"/>
            <a:ext cx="4297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221992"/>
            <a:ext cx="4297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cx_Oracle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cx_Oracle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cx_Oracle is a third-party Python module used to connect Python applications to Oracle databases.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It can establish Oracle connections, execute DDL commands such as CREATE, ALTER and DROP, execute DML commands such as INSERT, UPDATE and DELETE, and retrieve results using SELECT queries.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source notes that cx_Oracle and the Oracle Client must be installed separately and that Oracle Client, Python and cx_Oracle should use the same 32-bit or 64-bit 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cx_Oracle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 b="1">
                <a:solidFill>
                  <a:srgbClr val="000000"/>
                </a:solidFill>
                <a:latin typeface="Aptos"/>
              </a:defRPr>
            </a:pPr>
            <a:r>
              <a:t>Install the cx_Oracle package with: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python -m pip install cx_Oracle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An Oracle Client is also required.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source specifically highlights matching the bit version of Oracle Client, Python and cx_Oracle to avoid connection or import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 to Oracle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the module and create a connection object with cx_Oracle.connect().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 b="1">
                <a:solidFill>
                  <a:srgbClr val="000000"/>
                </a:solidFill>
                <a:latin typeface="Aptos"/>
              </a:defRPr>
            </a:pPr>
            <a:r>
              <a:t>Connection string format: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USER/PASSWORD@INSTANCE-NAME-AS-IS-IN-TNSNAMES.ORA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example connects using credentials and an Oracle instance name, then prints the Oracle version and connected username.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DDL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 cursor from the connection before executing SQL statements.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TABLE creates the sample ti_test table with INT, VARCHAR2, DATE and CLOB columns.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ALTER TABLE adds a primary-key constraint to col1.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DDL statements are executed through cursor.execute().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DML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INSERT adds rows to the ti_test table.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UPDATE changes the value of col2 for the row where col1 is 1.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DELETE removes the row where col1 is 2.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connection.commit() commits the DML changes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DQL and Read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SELECT query retrieves col1, col2, col3 and col4 from ti_test.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cursor.fetchall() retrieves all returned rows.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example iterates through each row and prints the four column values.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This demonstrates reading Oracle query results in Python.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Cleanup and Close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After the database operations are complete, the example drops the sample ti_test table.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cursor.close() closes the cursor object.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connection.close() closes the Oracle database connection.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source explicitly reports both resources as closed after cleanup.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