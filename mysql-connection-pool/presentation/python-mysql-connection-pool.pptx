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ptos Display"/>
              </a:defRPr>
            </a:pPr>
            <a:r>
              <a:t>MySQL Connection Pool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MySQL Connection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30">
                <a:solidFill>
                  <a:srgbClr val="000000"/>
                </a:solidFill>
                <a:latin typeface="Aptos"/>
              </a:defRPr>
            </a:pPr>
            <a:r>
              <a:t>A connection pool maintains a group of reusable MySQL database connections.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30">
                <a:solidFill>
                  <a:srgbClr val="000000"/>
                </a:solidFill>
                <a:latin typeface="Aptos"/>
              </a:defRPr>
            </a:pPr>
            <a:r>
              <a:t>Instead of creating a new connection for every database operation, an application can borrow a connection from the pool and return it after use.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30">
                <a:solidFill>
                  <a:srgbClr val="000000"/>
                </a:solidFill>
                <a:latin typeface="Aptos"/>
              </a:defRPr>
            </a:pPr>
            <a:r>
              <a:t>Connection pooling can reduce connection setup overhead and improve application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MySQL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MySQL Connector/Python provides a Python interface for connecting to MySQL databases.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Install the package with: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python -m pip install mysql-connector-python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Import the connector before creating a connection pool.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import mysql.connector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from mysql.connector import pooling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Connection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Use MySQLConnectionPool to create a pool with a configured number of connections.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pool = pooling.MySQLConnectionPool(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pool_name='mypool',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pool_size=5,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host='localhost',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database='testdb',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user='user',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password='password'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Get a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Use get_connection() to obtain an available connection from the pool.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connection = pool.get_connection()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if connection.is_connected():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print('Connected to MySQL')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A pooled connection can then be used with a cursor to execute SQL statements.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Database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After obtaining a connection, create a cursor and execute SQL statements as usual.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cursor = connection.cursor()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cursor.execute('SELECT * FROM employees')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result = cursor.fetchall()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for row in result: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    print(row)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Return the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When database work is complete, close the connection so it can be returned to the pool.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Close the cursor after the required operations are finished.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cursor.close()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connection.close()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The connection pool can then make that connection available for another operation.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Connection Pool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1. Install and import MySQL Connector/Python.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2. Configure the MySQL connection pool.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3. Obtain an available connection with get_connection().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4. Create a cursor and execute database operations.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5. Commit changes when required.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6. Close the cursor and connection.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7. Reuse the pool for subsequent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