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app0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package/2006/relationships/metadata/extended-properties" Target="docProps/app0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43" autoAdjust="0"/>
    <p:restoredTop sz="94694" autoAdjust="0"/>
  </p:normalViewPr>
  <p:slideViewPr>
    <p:cSldViewPr snapToGrid="0" snapToObjects="1">
      <p:cViewPr varScale="1">
        <p:scale>
          <a:sx n="99" d="100"/>
          <a:sy n="99" d="100"/>
        </p:scale>
        <p:origin x="922" y="7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-5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F134E7D-49ED-482F-9BF8-EC2069035908}" type="datetimeFigureOut">
              <a:rPr lang="en-IN" smtClean="0"/>
              <a:t>12-08-2025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6BDB87D-F372-432B-9EEE-5860B20B306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7783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68573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4AB178-5635-8840-5E62-E54051D00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F84F13-EA08-0290-13D3-7252D1E9FFC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13BFDB-15C2-7DD7-77D9-96ACC38CD7C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7F29A1-F9C2-D038-CFDD-8DE0C08EB8C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438028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6224C-CD36-74A7-A8AB-0D04FF82E6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6560F90-93FA-ED38-8235-FA0BBD117CB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2701F12-C90A-6620-29DD-58655AA005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31DEDF-71BE-2593-79A1-E78DC335689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719715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B35285-834B-BC63-6D0B-710865EE97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4AE3A3E-370F-9C8F-08B7-CA13F2D18F4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54ED04-2E75-7CC6-4968-69F6279D0D8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64485C3-6F72-04C7-7687-CEF32C7B20D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6BDB87D-F372-432B-9EEE-5860B20B306C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697937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8/12/2025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3429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342900" algn="l" defTabSz="342900" rtl="0" eaLnBrk="1" latinLnBrk="0" hangingPunct="1">
        <a:spcBef>
          <a:spcPct val="20000"/>
        </a:spcBef>
        <a:buFont typeface="Arial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342900" algn="l" defTabSz="3429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342900" algn="l" defTabSz="342900" rtl="0" eaLnBrk="1" latinLnBrk="0" hangingPunct="1">
        <a:spcBef>
          <a:spcPct val="20000"/>
        </a:spcBef>
        <a:buFont typeface="Arial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714500" indent="-342900" algn="l" defTabSz="342900" rtl="0" eaLnBrk="1" latinLnBrk="0" hangingPunct="1">
        <a:spcBef>
          <a:spcPct val="20000"/>
        </a:spcBef>
        <a:buFont typeface="Arial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4003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7432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3086100" indent="-342900" algn="l" defTabSz="342900" rtl="0" eaLnBrk="1" latinLnBrk="0" hangingPunct="1">
        <a:spcBef>
          <a:spcPct val="20000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3429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0B761509-3B9A-49A6-A84B-C3D8681169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9143998" cy="51435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" name="Freeform: Shape 8">
            <a:extLst>
              <a:ext uri="{FF2B5EF4-FFF2-40B4-BE49-F238E27FC236}">
                <a16:creationId xmlns:a16="http://schemas.microsoft.com/office/drawing/2014/main" id="{91DE43FD-EB47-414A-B0AB-169B0FFFA5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954691" cy="5143500"/>
          </a:xfrm>
          <a:custGeom>
            <a:avLst/>
            <a:gdLst>
              <a:gd name="connsiteX0" fmla="*/ 0 w 9272922"/>
              <a:gd name="connsiteY0" fmla="*/ 0 h 6858000"/>
              <a:gd name="connsiteX1" fmla="*/ 1733417 w 9272922"/>
              <a:gd name="connsiteY1" fmla="*/ 0 h 6858000"/>
              <a:gd name="connsiteX2" fmla="*/ 3307976 w 9272922"/>
              <a:gd name="connsiteY2" fmla="*/ 0 h 6858000"/>
              <a:gd name="connsiteX3" fmla="*/ 8126249 w 9272922"/>
              <a:gd name="connsiteY3" fmla="*/ 0 h 6858000"/>
              <a:gd name="connsiteX4" fmla="*/ 8138896 w 9272922"/>
              <a:gd name="connsiteY4" fmla="*/ 31774 h 6858000"/>
              <a:gd name="connsiteX5" fmla="*/ 9193904 w 9272922"/>
              <a:gd name="connsiteY5" fmla="*/ 2682457 h 6858000"/>
              <a:gd name="connsiteX6" fmla="*/ 9193904 w 9272922"/>
              <a:gd name="connsiteY6" fmla="*/ 3752208 h 6858000"/>
              <a:gd name="connsiteX7" fmla="*/ 8036400 w 9272922"/>
              <a:gd name="connsiteY7" fmla="*/ 6660411 h 6858000"/>
              <a:gd name="connsiteX8" fmla="*/ 7957938 w 9272922"/>
              <a:gd name="connsiteY8" fmla="*/ 6857542 h 6858000"/>
              <a:gd name="connsiteX9" fmla="*/ 3307976 w 9272922"/>
              <a:gd name="connsiteY9" fmla="*/ 6857542 h 6858000"/>
              <a:gd name="connsiteX10" fmla="*/ 3307976 w 9272922"/>
              <a:gd name="connsiteY10" fmla="*/ 6858000 h 6858000"/>
              <a:gd name="connsiteX11" fmla="*/ 0 w 9272922"/>
              <a:gd name="connsiteY1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272922" h="6858000">
                <a:moveTo>
                  <a:pt x="0" y="0"/>
                </a:moveTo>
                <a:lnTo>
                  <a:pt x="1733417" y="0"/>
                </a:lnTo>
                <a:lnTo>
                  <a:pt x="3307976" y="0"/>
                </a:lnTo>
                <a:lnTo>
                  <a:pt x="8126249" y="0"/>
                </a:lnTo>
                <a:lnTo>
                  <a:pt x="8138896" y="31774"/>
                </a:lnTo>
                <a:cubicBezTo>
                  <a:pt x="9193904" y="2682457"/>
                  <a:pt x="9193904" y="2682457"/>
                  <a:pt x="9193904" y="2682457"/>
                </a:cubicBezTo>
                <a:cubicBezTo>
                  <a:pt x="9299262" y="2988100"/>
                  <a:pt x="9299262" y="3446565"/>
                  <a:pt x="9193904" y="3752208"/>
                </a:cubicBezTo>
                <a:cubicBezTo>
                  <a:pt x="8709916" y="4968215"/>
                  <a:pt x="8331802" y="5918220"/>
                  <a:pt x="8036400" y="6660411"/>
                </a:cubicBezTo>
                <a:lnTo>
                  <a:pt x="7957938" y="6857542"/>
                </a:lnTo>
                <a:lnTo>
                  <a:pt x="3307976" y="6857542"/>
                </a:lnTo>
                <a:lnTo>
                  <a:pt x="3307976" y="6858000"/>
                </a:lnTo>
                <a:lnTo>
                  <a:pt x="0" y="6858000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58495BCC-CE77-4CC2-952E-846F41119F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6870420" y="806391"/>
            <a:ext cx="1171701" cy="879729"/>
            <a:chOff x="9160561" y="1075188"/>
            <a:chExt cx="1562267" cy="1172973"/>
          </a:xfrm>
        </p:grpSpPr>
        <p:sp>
          <p:nvSpPr>
            <p:cNvPr id="12" name="Freeform 5">
              <a:extLst>
                <a:ext uri="{FF2B5EF4-FFF2-40B4-BE49-F238E27FC236}">
                  <a16:creationId xmlns:a16="http://schemas.microsoft.com/office/drawing/2014/main" id="{1B42538B-E30F-4967-A6C1-8EBA775F4D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160561" y="1423846"/>
              <a:ext cx="935037" cy="8243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  <p:sp>
          <p:nvSpPr>
            <p:cNvPr id="13" name="Freeform 5">
              <a:extLst>
                <a:ext uri="{FF2B5EF4-FFF2-40B4-BE49-F238E27FC236}">
                  <a16:creationId xmlns:a16="http://schemas.microsoft.com/office/drawing/2014/main" id="{9A6BD9AC-4DE7-4B20-8547-4E3B375C21F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9960661" y="1075188"/>
              <a:ext cx="762167" cy="671915"/>
            </a:xfrm>
            <a:custGeom>
              <a:avLst/>
              <a:gdLst>
                <a:gd name="T0" fmla="*/ 225 w 785"/>
                <a:gd name="T1" fmla="*/ 692 h 692"/>
                <a:gd name="T2" fmla="*/ 177 w 785"/>
                <a:gd name="T3" fmla="*/ 665 h 692"/>
                <a:gd name="T4" fmla="*/ 9 w 785"/>
                <a:gd name="T5" fmla="*/ 374 h 692"/>
                <a:gd name="T6" fmla="*/ 9 w 785"/>
                <a:gd name="T7" fmla="*/ 318 h 692"/>
                <a:gd name="T8" fmla="*/ 177 w 785"/>
                <a:gd name="T9" fmla="*/ 27 h 692"/>
                <a:gd name="T10" fmla="*/ 225 w 785"/>
                <a:gd name="T11" fmla="*/ 0 h 692"/>
                <a:gd name="T12" fmla="*/ 561 w 785"/>
                <a:gd name="T13" fmla="*/ 0 h 692"/>
                <a:gd name="T14" fmla="*/ 609 w 785"/>
                <a:gd name="T15" fmla="*/ 27 h 692"/>
                <a:gd name="T16" fmla="*/ 777 w 785"/>
                <a:gd name="T17" fmla="*/ 318 h 692"/>
                <a:gd name="T18" fmla="*/ 777 w 785"/>
                <a:gd name="T19" fmla="*/ 374 h 692"/>
                <a:gd name="T20" fmla="*/ 609 w 785"/>
                <a:gd name="T21" fmla="*/ 665 h 692"/>
                <a:gd name="T22" fmla="*/ 561 w 785"/>
                <a:gd name="T23" fmla="*/ 692 h 692"/>
                <a:gd name="T24" fmla="*/ 225 w 785"/>
                <a:gd name="T25" fmla="*/ 692 h 6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5" h="692">
                  <a:moveTo>
                    <a:pt x="225" y="692"/>
                  </a:moveTo>
                  <a:cubicBezTo>
                    <a:pt x="207" y="692"/>
                    <a:pt x="185" y="680"/>
                    <a:pt x="177" y="665"/>
                  </a:cubicBezTo>
                  <a:cubicBezTo>
                    <a:pt x="9" y="374"/>
                    <a:pt x="9" y="374"/>
                    <a:pt x="9" y="374"/>
                  </a:cubicBezTo>
                  <a:cubicBezTo>
                    <a:pt x="0" y="358"/>
                    <a:pt x="0" y="334"/>
                    <a:pt x="9" y="318"/>
                  </a:cubicBezTo>
                  <a:cubicBezTo>
                    <a:pt x="177" y="27"/>
                    <a:pt x="177" y="27"/>
                    <a:pt x="177" y="27"/>
                  </a:cubicBezTo>
                  <a:cubicBezTo>
                    <a:pt x="185" y="12"/>
                    <a:pt x="207" y="0"/>
                    <a:pt x="225" y="0"/>
                  </a:cubicBezTo>
                  <a:cubicBezTo>
                    <a:pt x="561" y="0"/>
                    <a:pt x="561" y="0"/>
                    <a:pt x="561" y="0"/>
                  </a:cubicBezTo>
                  <a:cubicBezTo>
                    <a:pt x="578" y="0"/>
                    <a:pt x="600" y="12"/>
                    <a:pt x="609" y="27"/>
                  </a:cubicBezTo>
                  <a:cubicBezTo>
                    <a:pt x="777" y="318"/>
                    <a:pt x="777" y="318"/>
                    <a:pt x="777" y="318"/>
                  </a:cubicBezTo>
                  <a:cubicBezTo>
                    <a:pt x="785" y="334"/>
                    <a:pt x="785" y="358"/>
                    <a:pt x="777" y="374"/>
                  </a:cubicBezTo>
                  <a:cubicBezTo>
                    <a:pt x="609" y="665"/>
                    <a:pt x="609" y="665"/>
                    <a:pt x="609" y="665"/>
                  </a:cubicBezTo>
                  <a:cubicBezTo>
                    <a:pt x="600" y="680"/>
                    <a:pt x="578" y="692"/>
                    <a:pt x="561" y="692"/>
                  </a:cubicBezTo>
                  <a:lnTo>
                    <a:pt x="225" y="692"/>
                  </a:lnTo>
                  <a:close/>
                </a:path>
              </a:pathLst>
            </a:custGeom>
            <a:noFill/>
            <a:ln w="28575" cmpd="sng">
              <a:solidFill>
                <a:schemeClr val="bg1"/>
              </a:solidFill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/>
            </a:p>
          </p:txBody>
        </p:sp>
      </p:grpSp>
      <p:pic>
        <p:nvPicPr>
          <p:cNvPr id="14" name="Picture 13" descr="python_tinitiate_for_p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736" y="1619573"/>
            <a:ext cx="6540285" cy="1666364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0720" y="54864"/>
            <a:ext cx="3383280" cy="448056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>
          <a:xfrm>
            <a:off x="2578608" y="1719072"/>
            <a:ext cx="4526280" cy="1325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1847088"/>
            <a:ext cx="4160520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000000"/>
                </a:solidFill>
                <a:latin typeface="Aptos Display"/>
              </a:defRPr>
            </a:pPr>
            <a:r>
              <a:t>Python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24912" y="2221992"/>
            <a:ext cx="4224528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000000"/>
                </a:solidFill>
                <a:latin typeface="Aptos Display"/>
              </a:defRPr>
            </a:pPr>
            <a:r>
              <a:t>Lambda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rm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5100AE7-B4CE-4703-F358-F4BAF2D30DD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C141C7C-3443-7A24-02CA-7F1A88C4ED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801A118D-1234-1B31-9E92-93786F2EBAD2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Lambda 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A lambda function is a small anonymous function defined using the lambda keyword.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It can take any number of arguments but contains a single expression.</a:t>
            </a:r>
          </a:p>
          <a:p>
            <a:pPr>
              <a:lnSpc>
                <a:spcPct val="100000"/>
              </a:lnSpc>
              <a:spcAft>
                <a:spcPts val="300"/>
              </a:spcAft>
              <a:defRPr sz="1380">
                <a:solidFill>
                  <a:srgbClr val="000000"/>
                </a:solidFill>
                <a:latin typeface="Aptos"/>
              </a:defRPr>
            </a:pPr>
            <a:r>
              <a:t>Lambda functions are useful when a short function is needed temporarily.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7BF5AD11-5B9F-A785-1D82-481088F131F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5FE3969-0689-9F53-67D3-D6FF33D11A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D98EA23-8882-5003-0F78-44BABF9433F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Lambda Syntax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The general syntax is: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lambda arguments: expression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add = lambda a, b: a + b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result = add(10, 20)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print(result)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80">
                <a:solidFill>
                  <a:srgbClr val="000000"/>
                </a:solidFill>
                <a:latin typeface="Aptos"/>
              </a:defRPr>
            </a:pPr>
            <a:r>
              <a:t>The expression is evaluated and its result is returned automatically.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2D33-04D9-A050-2BFF-8B6A7E0C25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BF966-9670-278E-FD28-D2A5005DA4B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3369F39-152B-BE89-CE6D-D44ABC4F0BC5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AF5BD11-E366-297A-BD41-2BE193408B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6D922F1F-68BD-1368-889A-9294A19DADBE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Lambda vs Regular Function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A regular function uses def and can contain multiple statements.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A lambda is intended for a short single expression.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Example with def: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def square(x):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    return x * x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20">
                <a:solidFill>
                  <a:srgbClr val="000000"/>
                </a:solidFill>
                <a:latin typeface="Aptos"/>
              </a:defRPr>
            </a:pPr>
            <a:r>
              <a:t>Equivalent lambda: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20">
                <a:solidFill>
                  <a:srgbClr val="000000"/>
                </a:solidFill>
                <a:latin typeface="Aptos"/>
              </a:defRPr>
            </a:pPr>
            <a:r>
              <a:t>square = lambda x: x * x</a:t>
            </a:r>
          </a:p>
        </p:txBody>
      </p:sp>
    </p:spTree>
    <p:extLst>
      <p:ext uri="{BB962C8B-B14F-4D97-AF65-F5344CB8AC3E}">
        <p14:creationId xmlns:p14="http://schemas.microsoft.com/office/powerpoint/2010/main" val="5082945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820A00-D5B4-1EC4-8961-6732A9C5A3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B26D4FD-1BC3-15BD-2CE8-F7EE4EF4E7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34D7EBBE-1ABA-05F3-17A8-F1B91B98D88C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37B73D7-AB5F-373B-EB74-6EA5E76059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044EC7F-FDAC-B2F3-C3CD-42E8DBE05DD7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Lambda with sorted()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A lambda is commonly used as the key function for sorted().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numbers = [(1, 5), (2, 3), (3, 4)]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result = sorted(numbers, key=lambda item: item[1])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print(result)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The lambda selects the value used to determine the sort order.</a:t>
            </a:r>
          </a:p>
        </p:txBody>
      </p:sp>
    </p:spTree>
    <p:extLst>
      <p:ext uri="{BB962C8B-B14F-4D97-AF65-F5344CB8AC3E}">
        <p14:creationId xmlns:p14="http://schemas.microsoft.com/office/powerpoint/2010/main" val="64356436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611BD-77F8-E55A-5E63-76ED064D78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308E9F-8AE1-6043-376B-183BE657F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AB09392-70BD-C41E-9119-5CB1550D080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1D35F03-1C73-0957-6854-622D4EA127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B519B1A-B04E-08F2-912D-4D85DE4CCCB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Lambda with filter()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filter() can use a lambda to keep elements that satisfy a condition.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numbers = [1, 2, 3, 4, 5, 6]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result = filter(lambda x: x % 2 == 0, numbers)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00">
                <a:solidFill>
                  <a:srgbClr val="000000"/>
                </a:solidFill>
                <a:latin typeface="Aptos"/>
              </a:defRPr>
            </a:pPr>
            <a:r>
              <a:t>print(list(result))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00">
                <a:solidFill>
                  <a:srgbClr val="000000"/>
                </a:solidFill>
                <a:latin typeface="Aptos"/>
              </a:defRPr>
            </a:pPr>
            <a:r>
              <a:t>Only values for which the lambda returns True are retained.</a:t>
            </a:r>
          </a:p>
        </p:txBody>
      </p:sp>
    </p:spTree>
    <p:extLst>
      <p:ext uri="{BB962C8B-B14F-4D97-AF65-F5344CB8AC3E}">
        <p14:creationId xmlns:p14="http://schemas.microsoft.com/office/powerpoint/2010/main" val="382265966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AB3E26-D998-5DE4-B11B-325A906DC9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4ED347-4EF7-A77F-FB81-FCDC902C41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56AA3743-94AC-0B3B-5AAF-F0C539809928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B46F3E4-0D65-C7C7-3640-5718851D80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5A6627A5-5232-56B0-51A0-258627AF6C10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Lambda with map()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map() can use a lambda to transform every element in an iterable.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numbers = [1, 2, 3, 4]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result = map(lambda x: x * 2, numbers)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10">
                <a:solidFill>
                  <a:srgbClr val="000000"/>
                </a:solidFill>
                <a:latin typeface="Aptos"/>
              </a:defRPr>
            </a:pPr>
            <a:r>
              <a:t>print(list(result))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210">
                <a:solidFill>
                  <a:srgbClr val="000000"/>
                </a:solidFill>
                <a:latin typeface="Aptos"/>
              </a:defRPr>
            </a:pPr>
            <a:r>
              <a:t>The lambda is applied to each element.</a:t>
            </a:r>
          </a:p>
        </p:txBody>
      </p:sp>
    </p:spTree>
    <p:extLst>
      <p:ext uri="{BB962C8B-B14F-4D97-AF65-F5344CB8AC3E}">
        <p14:creationId xmlns:p14="http://schemas.microsoft.com/office/powerpoint/2010/main" val="40852192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A7C24B-E62C-5C11-CC13-CCDE03FBE8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D33A89-CD63-902F-B1BC-ECC04D74E8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74514"/>
            <a:ext cx="8229600" cy="3394472"/>
          </a:xfrm>
        </p:spPr>
        <p:txBody>
          <a:bodyPr wrap="square" lIns="0" rIns="0" tIns="0" bIns="0">
            <a:noAutofit/>
          </a:bodyPr>
          <a:lstStyle/>
          <a:p>
            <a:pPr>
              <a:spcAft>
                <a:spcPts val="400"/>
              </a:spcAft>
              <a:defRPr sz="1500">
                <a:solidFill>
                  <a:srgbClr val="275387"/>
                </a:solidFill>
              </a:defRPr>
            </a:pP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B76DD8-7C62-9625-A36B-B5874AE7CFCF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9144000" cy="548876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IN" sz="2800" dirty="0">
              <a:solidFill>
                <a:schemeClr val="bg1"/>
              </a:solidFill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BA8D8E-1111-4AAF-5F72-ADDBBC7E89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63675" y="51792"/>
            <a:ext cx="3380325" cy="445294"/>
          </a:xfrm>
          <a:prstGeom prst="rect">
            <a:avLst/>
          </a:prstGeom>
        </p:spPr>
      </p:pic>
      <p:sp>
        <p:nvSpPr>
          <p:cNvPr id="6" name="Title 1">
            <a:extLst>
              <a:ext uri="{FF2B5EF4-FFF2-40B4-BE49-F238E27FC236}">
                <a16:creationId xmlns:a16="http://schemas.microsoft.com/office/drawing/2014/main" id="{9533AB15-4F61-D0C5-47A3-22CB939B290F}"/>
              </a:ext>
            </a:extLst>
          </p:cNvPr>
          <p:cNvSpPr txBox="1">
            <a:spLocks/>
          </p:cNvSpPr>
          <p:nvPr/>
        </p:nvSpPr>
        <p:spPr>
          <a:xfrm>
            <a:off x="0" y="4858718"/>
            <a:ext cx="9144000" cy="284781"/>
          </a:xfrm>
          <a:prstGeom prst="rect">
            <a:avLst/>
          </a:prstGeom>
          <a:solidFill>
            <a:schemeClr val="tx1"/>
          </a:solidFill>
        </p:spPr>
        <p:txBody>
          <a:bodyPr vert="horz" lIns="91440" tIns="45720" rIns="91440" bIns="45720" rtlCol="0" anchor="ctr">
            <a:normAutofit/>
          </a:bodyPr>
          <a:lstStyle>
            <a:lvl1pPr algn="ctr" defTabSz="3429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sz="1200">
                <a:solidFill>
                  <a:srgbClr val="FFFFFF"/>
                </a:solidFill>
              </a:rPr>
              <a:t>Copyright TINITIATE.COM</a:t>
            </a:r>
            <a:endParaRPr lang="en-IN" sz="10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09728" y="68580"/>
            <a:ext cx="6537960" cy="42062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FFFFFF"/>
                </a:solidFill>
                <a:latin typeface="Aptos Display"/>
              </a:defRPr>
            </a:pPr>
            <a:r>
              <a:t>Lambda with reduce()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960120"/>
            <a:ext cx="7543800" cy="3200400"/>
          </a:xfrm>
          <a:prstGeom prst="rect">
            <a:avLst/>
          </a:prstGeom>
          <a:noFill/>
        </p:spPr>
        <p:txBody>
          <a:bodyPr wrap="square" lIns="18288" rIns="18288" tIns="18288" bIns="18288">
            <a:spAutoFit/>
          </a:bodyPr>
          <a:lstStyle/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reduce() applies a function cumulatively to the elements of an iterable.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It is available from the functools module.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Example: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from functools import reduce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numbers = [1, 2, 3, 4]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result = reduce(lambda a, b: a + b, numbers)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080">
                <a:solidFill>
                  <a:srgbClr val="000000"/>
                </a:solidFill>
                <a:latin typeface="Aptos"/>
              </a:defRPr>
            </a:pPr>
            <a:r>
              <a:t>print(result)</a:t>
            </a:r>
          </a:p>
          <a:p>
            <a:pPr>
              <a:lnSpc>
                <a:spcPct val="100000"/>
              </a:lnSpc>
              <a:spcAft>
                <a:spcPts val="200"/>
              </a:spcAft>
              <a:defRPr sz="1180">
                <a:solidFill>
                  <a:srgbClr val="000000"/>
                </a:solidFill>
                <a:latin typeface="Aptos"/>
              </a:defRPr>
            </a:pPr>
            <a:r>
              <a:t>Use lambda when the operation is short and easy to understand.</a:t>
            </a:r>
          </a:p>
        </p:txBody>
      </p:sp>
    </p:spTree>
    <p:extLst>
      <p:ext uri="{BB962C8B-B14F-4D97-AF65-F5344CB8AC3E}">
        <p14:creationId xmlns:p14="http://schemas.microsoft.com/office/powerpoint/2010/main" val="11667691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ustom 5">
      <a:dk1>
        <a:srgbClr val="1F497D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649</Words>
  <Application>Microsoft Office PowerPoint</Application>
  <PresentationFormat>On-screen Show (16:9)</PresentationFormat>
  <Paragraphs>76</Paragraphs>
  <Slides>8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Aptos</vt:lpstr>
      <vt:lpstr>Arial</vt:lpstr>
      <vt:lpstr>Calibri</vt:lpstr>
      <vt:lpstr>Courier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app0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>Rohit K</cp:lastModifiedBy>
  <cp:revision>3</cp:revision>
  <dcterms:created xsi:type="dcterms:W3CDTF">2025-08-01T09:09:29Z</dcterms:created>
  <dcterms:modified xsi:type="dcterms:W3CDTF">2025-08-12T08:59:33Z</dcterms:modified>
</cp:coreProperties>
</file>