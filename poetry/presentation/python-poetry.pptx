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Poetry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Poetry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Poetry is a tool for Python dependency management and packaging.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It helps manage project dependencies, virtual environments, builds, and publishing.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Poetry uses project configuration and a lock file to support reproducible dependency installation.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Installing Poetry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Poetry can be installed using its official installation method.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After installation, the poetry command is used from the terminal.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 project workflow: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poetry --version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poetry init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poetry install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Creating a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init creates a pyproject.toml configuration interactively.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A project can also be created with Poetry's project creation workflow.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The pyproject.toml file stores project metadata and dependency configuration.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init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Managing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add adds a package to the project dependencies and resolves compatible versions.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remove removes a dependency from the project.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add requests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add pandas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poetry remove requests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Installing and Updating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poetry install installs the dependencies defined by the project and lock file.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poetry update updates dependencies and resolves a new dependency set.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Examples: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poetry install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40">
                <a:solidFill>
                  <a:srgbClr val="000000"/>
                </a:solidFill>
                <a:latin typeface="Aptos"/>
              </a:defRPr>
            </a:pPr>
            <a:r>
              <a:t>poetry update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40">
                <a:solidFill>
                  <a:srgbClr val="000000"/>
                </a:solidFill>
                <a:latin typeface="Aptos"/>
              </a:defRPr>
            </a:pPr>
            <a:r>
              <a:t>A lock file helps keep installations consistent across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Build and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Poetry can build distributable Python packages from a project.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poetry build creates source distributions and wheels.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poetry publish uploads built packages to PyPI or a configured private repository.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poetry build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poetry publish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Inspect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Poetry provides commands for inspecting the dependency state of a project.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poetry show displays installed or declared packages.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poetry show --tree displays dependencies as a tree.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poetry show --tree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This helps understand direct and transitive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