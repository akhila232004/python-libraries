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psycopg2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psycopg2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70">
                <a:solidFill>
                  <a:srgbClr val="000000"/>
                </a:solidFill>
                <a:latin typeface="Aptos"/>
              </a:defRPr>
            </a:pPr>
            <a:r>
              <a:t>psycopg2 is a PostgreSQL database adapter for Python.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70">
                <a:solidFill>
                  <a:srgbClr val="000000"/>
                </a:solidFill>
                <a:latin typeface="Aptos"/>
              </a:defRPr>
            </a:pPr>
            <a:r>
              <a:t>It allows Python applications to connect to PostgreSQL databases and execute SQL statements.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70">
                <a:solidFill>
                  <a:srgbClr val="000000"/>
                </a:solidFill>
                <a:latin typeface="Aptos"/>
              </a:defRPr>
            </a:pPr>
            <a:r>
              <a:t>It supports transactions, parameterized queries, cursors, and retrieval of query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 psycopg2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Install the PostgreSQL adapter package before using it in a Python application.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For the source distribution: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python -m pip install psycopg2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The package can then be imported in Python with: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import psycopg2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Connect to 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Use psycopg2.connect() to establish a connection to a PostgreSQL database.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A connection normally specifies the database, user, password, host, and port.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000000"/>
                </a:solidFill>
                <a:latin typeface="Aptos"/>
              </a:defRPr>
            </a:pPr>
            <a:r>
              <a:t>conn = psycopg2.connect(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000000"/>
                </a:solidFill>
                <a:latin typeface="Aptos"/>
              </a:defRPr>
            </a:pPr>
            <a:r>
              <a:t>    dbname='mydb', user='myuser',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50">
                <a:solidFill>
                  <a:srgbClr val="000000"/>
                </a:solidFill>
                <a:latin typeface="Aptos"/>
              </a:defRPr>
            </a:pPr>
            <a:r>
              <a:t>    password='password', host='localhost', port=5432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Create a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A cursor is used to execute SQL commands and retrieve results from the database.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cursor = conn.cursor()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cursor.execute('SELECT version()')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result = cursor.fetchone()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print(result)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Use the cursor for subsequent SQL operations.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Execute SQL 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cursor.execute() sends an SQL statement to PostgreSQL.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Parameterized queries should be used when inserting values supplied by an application.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cursor.execute(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    'INSERT INTO users (name) VALUES (%s)',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    ('Akhila',)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Transactions and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Database changes are performed within a transaction.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Call commit() to permanently save successful changes.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Call rollback() when an operation fails and the transaction should be undone.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try: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19">
                <a:solidFill>
                  <a:srgbClr val="000000"/>
                </a:solidFill>
                <a:latin typeface="Aptos"/>
              </a:defRPr>
            </a:pPr>
            <a:r>
              <a:t>    cursor.execute('UPDATE users SET active = true')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    conn.commit()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except Exception: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    conn.rollback()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Fetch Results and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SELECT queries return rows that can be retrieved with fetchone(), fetchmany(), or fetchall().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cursor.execute('SELECT id, name FROM users')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rows = cursor.fetchall()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for row in rows: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    print(row)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Close the cursor and connection when database work is complete.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