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3472" y="1773936"/>
            <a:ext cx="4370832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1874519"/>
            <a:ext cx="43708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2340864"/>
            <a:ext cx="437083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XML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XML (Extensible Markup Language) is a text-based format for storing and exchanging structured data.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XML uses custom tags to describe the meaning and structure of data.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&lt;person&gt;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&lt;name&gt;Akhila&lt;/name&gt;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&lt;age&gt;22&lt;/age&gt;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&lt;/person&gt;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XML is human-readable and can be processed by many programming languages.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What is XML?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An XML document is organized as a hierarchy of elements.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&lt;book&gt;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&lt;title&gt;Python&lt;/title&gt;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&lt;author&gt;John&lt;/author&gt;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&lt;/book&gt;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Elements normally have an opening tag and a matching closing tag.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An XML document should have one root element containing the other elements.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XML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Elements contain data or other nested elements.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&lt;user&gt;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&lt;name&gt;Akhila&lt;/name&gt;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&lt;/user&gt;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Attributes provide additional information inside an opening tag.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&lt;user id="101" role="developer"&gt;Akhila&lt;/user&gt;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elements for structured content and attributes for properties of an element.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Elements and Attributes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Python's standard library includes xml.etree.ElementTree for working with XML.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xml.etree.ElementTree as 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tree = ET.parse("data.xml")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root = tree.getroot()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print(root.tag)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print(root.attrib)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ElementTree can parse an XML file and provide access to its element hierarchy.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Read XML in Python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find() and findall() to locate elements in an XML tree.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name = root.find("name")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print(name.text)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for item in root.findall("item"):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print(item.text)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Element text is available through the .text attribute.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iteration when processing multiple child elements.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Find XML Elements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ElementTree can also be used to build XML documents.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root = ET.Element("person")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name = ET.SubElement(root, "name")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name.text = "Akhila"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tree = ET.ElementTree(root)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tree.write("person.xml", encoding="utf-8", xml_declaration=True)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Elements and their values can be created programmatically and written to a file.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Create XML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XML documents must be well-formed: tags must be properly nested and closed.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Validate required structure and values in application code when needed.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For untrusted XML, use secure XML processing practices and avoid unsafe parsers or configurations.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XML is useful for configuration, data exchange, documents, and interoperability.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 typical workflow is: create/receive XML → parse → find elements → read or modify values → write XML.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XML Validation and Safety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