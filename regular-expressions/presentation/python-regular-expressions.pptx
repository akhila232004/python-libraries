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99" d="100"/>
          <a:sy n="99" d="100"/>
        </p:scale>
        <p:origin x="922" y="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134E7D-49ED-482F-9BF8-EC2069035908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BDB87D-F372-432B-9EEE-5860B20B30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778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857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AB178-5635-8840-5E62-E54051D00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F84F13-EA08-0290-13D3-7252D1E9F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13BFDB-15C2-7DD7-77D9-96ACC38CD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F29A1-F9C2-D038-CFDD-8DE0C08EB8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380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6224C-CD36-74A7-A8AB-0D04FF82E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560F90-93FA-ED38-8235-FA0BBD117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701F12-C90A-6620-29DD-58655AA00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1DEDF-71BE-2593-79A1-E78DC3356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197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35285-834B-BC63-6D0B-710865EE9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AE3A3E-370F-9C8F-08B7-CA13F2D18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4ED04-2E75-7CC6-4968-69F6279D0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485C3-6F72-04C7-7687-CEF32C7B20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6979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8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54691" cy="51435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420" y="806391"/>
            <a:ext cx="1171701" cy="879729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4" name="Picture 13" descr="python_tinitiate_for_p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36" y="1619573"/>
            <a:ext cx="6540285" cy="1666364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54864"/>
            <a:ext cx="3383280" cy="448056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633472" y="1773936"/>
            <a:ext cx="4370832" cy="12252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33472" y="1874519"/>
            <a:ext cx="43708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000000"/>
                </a:solidFill>
                <a:latin typeface="Aptos Display"/>
              </a:defRPr>
            </a:pPr>
            <a:r>
              <a:t>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33472" y="2340864"/>
            <a:ext cx="4370832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000000"/>
                </a:solidFill>
                <a:latin typeface="Aptos Display"/>
              </a:defRPr>
            </a:pPr>
            <a:r>
              <a:t>Regular Expressions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tIns="36576" bIns="36576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Regular expressions (regex) are patterns used to search, match, and manipulate text.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Python provides regex support through the re module.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import re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Regex is useful for validation, extraction, searching, and text replacement.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5100AE7-B4CE-4703-F358-F4BAF2D30DD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141C7C-3443-7A24-02CA-7F1A88C4E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01A118D-1234-1B31-9E92-93786F2EBAD2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Regular Expressions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tIns="36576" bIns="36576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A pattern describes the text you want to find.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Common pattern elements include: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.        # any character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^        # start of string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$        # end of string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\d       # digit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\w       # word character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\s       # whitespace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Patterns can be combined to describe more specific text.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BF5AD11-5B9F-A785-1D82-481088F131F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FE3969-0689-9F53-67D3-D6FF33D11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D98EA23-8882-5003-0F78-44BABF9433F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Regex Patterns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A2D33-04D9-A050-2BFF-8B6A7E0C2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BF966-9670-278E-FD28-D2A5005DA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tIns="36576" bIns="36576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Use re.search() to find a match anywhere in a string.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import re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result = re.search(r"Python", "I am learning Python")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Use re.match() to check for a match at the beginning of a string.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result = re.match(r"Hello", "Hello Python")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A match object is returned when a match is found; otherwise None is returned.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369F39-152B-BE89-CE6D-D44ABC4F0BC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F5BD11-E366-297A-BD41-2BE193408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D922F1F-68BD-1368-889A-9294A19DADB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Search and Match</a:t>
            </a:r>
          </a:p>
        </p:txBody>
      </p:sp>
    </p:spTree>
    <p:extLst>
      <p:ext uri="{BB962C8B-B14F-4D97-AF65-F5344CB8AC3E}">
        <p14:creationId xmlns:p14="http://schemas.microsoft.com/office/powerpoint/2010/main" val="508294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20A00-D5B4-1EC4-8961-6732A9C5A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6D4FD-1BC3-15BD-2CE8-F7EE4EF4E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tIns="36576" bIns="36576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Use re.findall() to return all non-overlapping matches.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text = "Python, Java, Python"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matches = re.findall(r"Python", text)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print(matches)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The result is a list containing every matching occurrence.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re.finditer() can be used when match objects are needed for each occurrence.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4D7EBBE-1ABA-05F3-17A8-F1B91B98D88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7B73D7-AB5F-373B-EB74-6EA5E7605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044EC7F-FDAC-B2F3-C3CD-42E8DBE05DD7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Find All Matches</a:t>
            </a:r>
          </a:p>
        </p:txBody>
      </p:sp>
    </p:spTree>
    <p:extLst>
      <p:ext uri="{BB962C8B-B14F-4D97-AF65-F5344CB8AC3E}">
        <p14:creationId xmlns:p14="http://schemas.microsoft.com/office/powerpoint/2010/main" val="643564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611BD-77F8-E55A-5E63-76ED064D7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08E9F-8AE1-6043-376B-183BE657F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tIns="36576" bIns="36576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Use re.sub() to replace text that matches a pattern.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text = "cat bat cat"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result = re.sub(r"cat", "dog", text)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print(result)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The replacement can be a string or a function for more advanced transformations.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AB09392-70BD-C41E-9119-5CB1550D080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D35F03-1C73-0957-6854-622D4EA12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B519B1A-B04E-08F2-912D-4D85DE4CCCB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Replace Text</a:t>
            </a:r>
          </a:p>
        </p:txBody>
      </p:sp>
    </p:spTree>
    <p:extLst>
      <p:ext uri="{BB962C8B-B14F-4D97-AF65-F5344CB8AC3E}">
        <p14:creationId xmlns:p14="http://schemas.microsoft.com/office/powerpoint/2010/main" val="3822659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B3E26-D998-5DE4-B11B-325A906DC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ED347-4EF7-A77F-FB81-FCDC902C4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tIns="36576" bIns="36576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Groups capture parts of a match and quantifiers control repetition.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r"(\d{3})-(\d{4})"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( )      # capturing group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*        # zero or more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+        # one or more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?        # zero or one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{n}      # exactly n times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Use groups with match.group() to retrieve captured text.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AA3743-94AC-0B3B-5AAF-F0C53980992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46F3E4-0D65-C7C7-3640-5718851D8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A6627A5-5232-56B0-51A0-258627AF6C1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Groups and Quantifiers</a:t>
            </a:r>
          </a:p>
        </p:txBody>
      </p:sp>
    </p:spTree>
    <p:extLst>
      <p:ext uri="{BB962C8B-B14F-4D97-AF65-F5344CB8AC3E}">
        <p14:creationId xmlns:p14="http://schemas.microsoft.com/office/powerpoint/2010/main" val="4085219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7C24B-E62C-5C11-CC13-CCDE03FBE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33A89-CD63-902F-B1BC-ECC04D74E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tIns="36576" bIns="36576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Use re.compile() when a pattern will be reused multiple times.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pattern = re.compile(r"^[A-Za-z]+$")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result = pattern.fullmatch("Python")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if result: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    print("Valid")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Regex can validate formats such as identifiers, simple codes, and structured text.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For complex validation, combine regex with normal Python checks where appropriate.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B76DD8-7C62-9625-A36B-B5874AE7CFC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BA8D8E-1111-4AAF-5F72-ADDBBC7E8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533AB15-4F61-D0C5-47A3-22CB939B290F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Compile and Validate</a:t>
            </a:r>
          </a:p>
        </p:txBody>
      </p:sp>
    </p:spTree>
    <p:extLst>
      <p:ext uri="{BB962C8B-B14F-4D97-AF65-F5344CB8AC3E}">
        <p14:creationId xmlns:p14="http://schemas.microsoft.com/office/powerpoint/2010/main" val="1166769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1F497D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649</Words>
  <Application>Microsoft Office PowerPoint</Application>
  <PresentationFormat>On-screen Show (16:9)</PresentationFormat>
  <Paragraphs>76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Courier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Rohit K</cp:lastModifiedBy>
  <cp:revision>3</cp:revision>
  <dcterms:created xsi:type="dcterms:W3CDTF">2025-08-01T09:09:29Z</dcterms:created>
  <dcterms:modified xsi:type="dcterms:W3CDTF">2025-08-12T08:59:33Z</dcterms:modified>
</cp:coreProperties>
</file>