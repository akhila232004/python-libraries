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633472" y="1773936"/>
            <a:ext cx="4370832" cy="1225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1874519"/>
            <a:ext cx="43708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2340864"/>
            <a:ext cx="437083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PyMySQL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PyMySQL is a pure-Python MySQL client library.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Install it with pip: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python -m pip install PyMySQL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Import the module in Python: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pymysql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Install PyMySQL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Create a connection using the MySQL server details.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import pymysql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connection = pymysql.connect(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host="localhost",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user="root",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password="password",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    database="mydb",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connection object is used to communicate with the database.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Connect to MySQL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cursor executes SQL statements and retrieves results.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 = connection.cursor()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 cursor can be used for SELECT, INSERT, UPDATE, and DELETE operations.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Close the cursor after completing database operations: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cursor.close()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Create a Cursor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execute() to run SQL statements.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cursor.execute("SELECT * FROM employees")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For user-provided values, use parameterized queries: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sql = "SELECT * FROM employees WHERE id = %s"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cursor.execute(sql, (employee_id,))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Parameterized queries help avoid SQL injection.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Execute SQL Queries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Execute INSERT statements with values supplied separately.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sql = "INSERT INTO employees (name, age) VALUES (%s, %s)"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cursor.execute(sql, ("Akhila", 22))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Save the transaction with commit():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connection.commit()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Insert and Commit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Retrieve rows from a SELECT query using fetch methods.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cursor.execute("SELECT * FROM employees")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row = cursor.fetchone()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rows = cursor.fetchall()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fetchone() returns one row; fetchall() returns all remaining rows.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Fetch Results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tIns="36576" bIns="36576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Close database resources when the work is complete.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cursor.close()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connection.close()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typical workflow is: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defRPr sz="1250">
                <a:solidFill>
                  <a:srgbClr val="000000"/>
                </a:solidFill>
                <a:latin typeface="Consolas"/>
              </a:defRPr>
            </a:pPr>
            <a:r>
              <a:t>Connect → Create cursor → Execute SQL → Fetch/commit → Close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Use context managers where appropriate to make cleanup safer.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44652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Close the Connection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