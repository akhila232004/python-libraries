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847088"/>
            <a:ext cx="406908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1F1F"/>
                </a:solidFill>
                <a:latin typeface="Aptos Display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13432"/>
            <a:ext cx="411480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1F1F"/>
                </a:solidFill>
                <a:latin typeface="Aptos Display"/>
              </a:rPr>
              <a:t>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275387"/>
                </a:solidFill>
              </a:defRPr>
            </a:pPr>
            <a:r>
              <a:rPr sz="1310">
                <a:solidFill>
                  <a:srgbClr val="232323"/>
                </a:solidFill>
                <a:latin typeface="Consolas"/>
              </a:rPr>
              <a:t>Python Collections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Collections are data structures that store data, similar to built-ins such as list, dict, set, and tuple.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The collections module provides additional container types and features.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Topics covered: Counter, defaultdict, OrderedDict, deque, ChainMap, and namedtuple.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Collections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300">
                <a:solidFill>
                  <a:srgbClr val="232323"/>
                </a:solidFill>
                <a:latin typeface="Aptos"/>
              </a:rPr>
              <a:t>Counter() is a dict subclass used to count elements.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It can count characters, words, or values in a list.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210">
                <a:solidFill>
                  <a:srgbClr val="232323"/>
                </a:solidFill>
                <a:latin typeface="Consolas"/>
              </a:rPr>
              <a:t>from collections import Counter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c = Counter('ABCDABCABA')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print(c)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words = 'Python is cool Java is great'.split()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print(Counter(words))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most_common(n) returns the most frequent elements; subtract() removes counts.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Counter()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300">
                <a:solidFill>
                  <a:srgbClr val="232323"/>
                </a:solidFill>
                <a:latin typeface="Aptos"/>
              </a:rPr>
              <a:t>defaultdict() supplies a default value when a new key is accessed.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This allows a dictionary to provide a value even when the key does not already exist.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210">
                <a:solidFill>
                  <a:srgbClr val="232323"/>
                </a:solidFill>
                <a:latin typeface="Consolas"/>
              </a:rPr>
              <a:t>from collections import defaultdict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food = defaultdict(lambda: 'Bread')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food['Breakfast'] = 'cereal'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food['Lunch'] = 'Pizza'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print(food['Breakfast'])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print(food['Dinner'])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defaultdict()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300">
                <a:solidFill>
                  <a:srgbClr val="232323"/>
                </a:solidFill>
                <a:latin typeface="Aptos"/>
              </a:rPr>
              <a:t>OrderedDict() preserves keys in the order in which they are inserted.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It can be iterated with items() just like a dictionary.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210">
                <a:solidFill>
                  <a:srgbClr val="232323"/>
                </a:solidFill>
                <a:latin typeface="Consolas"/>
              </a:rPr>
              <a:t>from collections import OrderedDict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od1 = OrderedDict()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od1['a'] = 1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od1['b'] = 2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od1['c'] = 3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for key, value in od1.items():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    print(key, value)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OrderedDict()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180">
                <a:solidFill>
                  <a:srgbClr val="232323"/>
                </a:solidFill>
                <a:latin typeface="Aptos"/>
              </a:rPr>
              <a:t>deque() is a double-ended queue that supports adding and removing data from either side.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append() adds to the right; appendleft() adds to the left.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pop() removes from the right; popleft() removes from the left.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090">
                <a:solidFill>
                  <a:srgbClr val="232323"/>
                </a:solidFill>
                <a:latin typeface="Consolas"/>
              </a:rPr>
              <a:t>import collections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dq = collections.deque([1, 2, 3])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dq.append(4)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dq.appendleft(6)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print(dq)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dq.pop()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dq.popleft()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print(dq)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deque()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180">
                <a:solidFill>
                  <a:srgbClr val="232323"/>
                </a:solidFill>
                <a:latin typeface="Aptos"/>
              </a:rPr>
              <a:t>ChainMap() encapsulates multiple dictionaries into one unit.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The combined mapping can expose keys and values from the supplied dictionaries.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new_child() adds a new dictionary as a child mapping.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090">
                <a:solidFill>
                  <a:srgbClr val="232323"/>
                </a:solidFill>
                <a:latin typeface="Consolas"/>
              </a:rPr>
              <a:t>import collections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e1 = {'Emp1': 1, 'Emp2': 2}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e2 = {'Emp3': 3, 'Emp4': 4}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chain = collections.ChainMap(e1, e2)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print(chain.maps)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print(list(chain.keys()))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print(list(chain.values()))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ChainMap()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300">
                <a:solidFill>
                  <a:srgbClr val="232323"/>
                </a:solidFill>
                <a:latin typeface="Aptos"/>
              </a:rPr>
              <a:t>namedtuple() creates an immutable tuple with named fields.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The names make tuple positions easier to access and understand.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210">
                <a:solidFill>
                  <a:srgbClr val="232323"/>
                </a:solidFill>
                <a:latin typeface="Consolas"/>
              </a:rPr>
              <a:t>from collections import namedtuple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employee = namedtuple('employee', 'name, dept, sal')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e1 = employee('AAA', 'Sales', '1000')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print(e1.name)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print(e1.dept)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print(e1.sal)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Each field can be accessed by its assigned name, while the object retains tuple behavior.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namedtuple()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