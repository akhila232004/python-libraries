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578608" y="1719072"/>
            <a:ext cx="45262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1488" y="1847088"/>
            <a:ext cx="4160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2221992"/>
            <a:ext cx="422452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0000"/>
                </a:solidFill>
                <a:latin typeface="Aptos Display"/>
              </a:defRPr>
            </a:pPr>
            <a:r>
              <a:t>datetime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datetime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The datetime module provides classes for working with dates and times.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Core types include date, time, datetime, timedelta, timezone, and tzinfo.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It supports date/time creation, arithmetic, formatting, parsing, and time-zone handling.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date and time Objects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date represents a calendar date using year, month, and day.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time represents a time of day using hour, minute, second, and microsecond.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datetime combines date and time information in one object.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d = date(2026, 9, 8)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t = time(10, 30, 0)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dt = datetime(2026, 9, 8, 10, 30, 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Current Date and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Use class methods to obtain the current local date or date and time.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date.today() returns the current local date.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datetime.now() returns the current local date and time.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today = date.today()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now = datetime.now()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print(today)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print(now)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timedelta and Date Arithmetic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timedelta represents a duration or difference between date/time values.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It can be used to add or subtract days, seconds, minutes, hours, and weeks.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start = datetime(2026, 9, 8, 10, 0)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delta = timedelta(days=7)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future = start + delta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difference = future - start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Formatting with strftime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strftime(format) converts a date or datetime object into a formatted string.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Common format codes include %Y for year, %m for month, %d for day, %H for hour, and %M for minute.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dt = datetime(2026, 9, 8, 10, 30)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formatted = dt.strftime('%Y-%m-%d %H:%M')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print(formatted)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Parsing with strptime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strptime(date_string, format) creates a datetime object from a formatted string.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The format string must match the structure of the input text.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value = '08/09/2026 10:30'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parsed = datetime.strptime(value, '%d/%m/%Y %H:%M')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print(parsed)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ISO Format and Time Zones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70">
                <a:solidFill>
                  <a:srgbClr val="000000"/>
                </a:solidFill>
                <a:latin typeface="Aptos"/>
              </a:defRPr>
            </a:pPr>
            <a:r>
              <a:t>isoformat() produces an ISO 8601 representation of a date or datetime.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70">
                <a:solidFill>
                  <a:srgbClr val="000000"/>
                </a:solidFill>
                <a:latin typeface="Aptos"/>
              </a:defRPr>
            </a:pPr>
            <a:r>
              <a:t>fromisoformat() creates a date or datetime from an ISO-formatted string.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70">
                <a:solidFill>
                  <a:srgbClr val="000000"/>
                </a:solidFill>
                <a:latin typeface="Aptos"/>
              </a:defRPr>
            </a:pPr>
            <a:r>
              <a:t>timezone provides fixed UTC offsets, while tzinfo is the base class for time-zone information.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7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70">
                <a:solidFill>
                  <a:srgbClr val="000000"/>
                </a:solidFill>
                <a:latin typeface="Aptos"/>
              </a:defRPr>
            </a:pPr>
            <a:r>
              <a:t>dt = datetime.now(timezone.utc)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70">
                <a:solidFill>
                  <a:srgbClr val="000000"/>
                </a:solidFill>
                <a:latin typeface="Aptos"/>
              </a:defRPr>
            </a:pPr>
            <a:r>
              <a:t>text = dt.isoformat()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70">
                <a:solidFill>
                  <a:srgbClr val="000000"/>
                </a:solidFill>
                <a:latin typeface="Aptos"/>
              </a:defRPr>
            </a:pPr>
            <a:r>
              <a:t>print(text)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