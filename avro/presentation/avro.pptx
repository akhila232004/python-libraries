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51760" y="1801368"/>
            <a:ext cx="429768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01952"/>
            <a:ext cx="3657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62626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2377440"/>
            <a:ext cx="3566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78AF"/>
                </a:solidFill>
                <a:latin typeface="Aptos Display"/>
              </a:defRPr>
            </a:pPr>
            <a:r>
              <a:t>Avro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Avro (Apache Avro) is a row-oriented data serialization format, similar to JSON but designed for the Hadoop ecosystem.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It is widely used in Kafka, Spark, Hive, Flink, and other big-data pipelines.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Avro is language-neutral and works with Java, Python, C++, and other languages.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 schema is defined as a JSON structure, and data is stored according to that schema.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Avro files store both the schema and serialized data, making them self-describing.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highlights fast serialization and schema evolution.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Install the Python package with: python -m pip install avro-python3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Apache Avro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120">
                <a:solidFill>
                  <a:srgbClr val="262626"/>
                </a:solidFill>
                <a:latin typeface="Aptos"/>
              </a:defRPr>
            </a:pPr>
            <a:r>
              <a:t>The source creates an Avro schema using a Python dictionary and converts it to JSON.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120">
                <a:solidFill>
                  <a:srgbClr val="262626"/>
                </a:solidFill>
                <a:latin typeface="Aptos"/>
              </a:defRPr>
            </a:pPr>
            <a:r>
              <a:t>Schema definition: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l_schema = {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    "namespace": "example.avro",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    "type": "record",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    "name": "User",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    "fields": [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        {"name": "name", "type": "string"},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        {"name": "favorite_number", "type": ["int", "null"]},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        {"name": "favorite_color", "type": ["string", "null"]}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    ]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}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schema_str = json.dumps(l_schema)</a:t>
            </a:r>
          </a:p>
          <a:p>
            <a:pPr>
              <a:lnSpc>
                <a:spcPct val="72000"/>
              </a:lnSpc>
              <a:spcBef>
                <a:spcPts val="0"/>
              </a:spcBef>
              <a:spcAft>
                <a:spcPts val="45"/>
              </a:spcAft>
              <a:defRPr sz="1039">
                <a:solidFill>
                  <a:srgbClr val="262626"/>
                </a:solidFill>
                <a:latin typeface="Courier New"/>
              </a:defRPr>
            </a:pPr>
            <a:r>
              <a:t>schema = avro.schema.parse(schema_str)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Avro Schema Generator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schema defines a record named User in the example.avro namespace.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Each record contains three fields: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• name — a string value.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• favorite_number — either an integer or null.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• favorite_color — either a string or null.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schema is converted to a JSON string with json.dumps().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avro.schema.parse(schema_str) converts the JSON string into an Avro schema object.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Avro Record Schema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uses DataFileWriter and DatumWriter to create an Avro data file.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Imports: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from avro.datafile import DataFileWriter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from avro.io import DatumWriter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from avro_schema_generator import schema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output path is users.avro.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file is opened in binary-write mode and DataFileWriter is created with the schema.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Writing an Avro File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Records are appended to the Avro writer as Python dictionaries.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writer.append({"name": "Alice", "favorite_number": 7, "favorite_color": "red"})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writer.append({"name": "Bob", "favorite_number": None, "favorite_color": "blue"})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writer.append({"name": "Charlie", "favorite_number": 42, "favorite_color": None})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After all records are added, writer.close() closes the Avro file.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prints a confirmation that the Avro file was written to the configured path.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Appending Avro Records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spcAft>
                <a:spcPts val="45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The source uses DataFileReader and DatumReader to read records from the Avro file.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45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Imports: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45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from avro.datafile import DataFileReader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45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from avro.io import DatumReader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45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The file is opened in binary-read mode and a DataFileReader is created.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45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for user in reader: print(user) reads each record.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45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Each record is returned as a Python dictionary.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45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reader.close() closes the reader after processing the records.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Reading an Avro File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1. Define the User schema as a JSON-compatible Python dictionary.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2. Convert the schema dictionary to JSON and parse it with avro.schema.parse().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3. Create users.avro with DataFileWriter and DatumWriter.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4. Append Alice, Bob, and Charlie records using the defined schema.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5. Close the writer after writing all records.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6. Open the same file with DataFileReader and DatumReader.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45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7. Iterate through the file and print each record as a Python dictionary.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Avro Write and Read Workflow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