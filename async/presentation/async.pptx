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51760" y="1801368"/>
            <a:ext cx="42976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59152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78AF"/>
                </a:solidFill>
                <a:latin typeface="Aptos Display"/>
              </a:defRPr>
            </a:pPr>
            <a:r>
              <a:t>Async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Python asyncio provides infrastructure for writing asynchronous, concurrent code with async/await.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A single thread can handle many tasks by switching between them during wait periods.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Async programming is best suited for I/O-bound work such as network requests, file reads, and database queries.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It is not a replacement for multiprocessing for CPU-bound work; the source uses ProcessPoolExecutor for that.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Key concepts: Event Loop, Coroutine, Task, and Future.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Python Async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Synchronous code runs tasks one after another, so each task waits for the previous task to finish.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Asynchronous code lets the event loop run another task while the current task is waiting on I/O.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Sync:  [Task1 ----wait---- done][Task2 ----wait---- done]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Async: [Task1 start][Task2 start][Task1 done][Task2 done]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demonstrates sequential and concurrent timing with async_coroutines.py.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asyncio.sleep() is non-blocking, while time.sleep() blocks the event loop.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Synchronous vs Asynchronous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 coroutine is defined with async def and can contain await expressions.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await suspends the current coroutine and yields control to the event loop.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asyncio.run() is the standard entry point for running a top-level coroutine.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asyncio.create_task(coro) schedules a coroutine to run concurrently.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Tasks can be awaited, cancelled, inspected with done(), cancelled(), and result(), and given completion callbacks.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also demonstrates asyncio.shield() for protecting an underlying task from outer cancellation.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Coroutines and Tasks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asyncio.gather(*coros) runs coroutines concurrently and returns results in input order.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return_exceptions=True makes exceptions appear as results instead of being raised.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asyncio.wait(tasks) returns done and pending sets and supports FIRST_COMPLETED, FIRST_EXCEPTION, and ALL_COMPLETED.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asyncio.wait_for(coro, timeout) cancels a coroutine when the limit is exceeded and raises TimeoutError.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Python 3.11+ also provides asyncio.timeout() as an async context manager.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cancelled coroutine receives CancelledError internally; finally can be used for cleanup.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gather(), wait() and Timeouts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asyncio.Queue is a FIFO queue designed for use across coroutines; maxsize provides natural backpressure.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Producers use await queue.put(item); consumers use await queue.get().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queue.task_done() marks work complete and await queue.join() waits until all items are processed.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asyncio.Lock protects shared state so only one coroutine enters a critical section at a time.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Event signals waiting coroutines; Semaphore limits concurrency; Condition combines a lock with notification.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demonstrates these primitives for producer-consumer and shared-state coordination.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Async Queue and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Async context managers implement __aenter__ and __aexit__, allowing setup and teardown to contain await expressions.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contextlib.asynccontextmanager provides a simpler way to create async context managers.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Async iterators implement __aiter__ and __anext__; StopAsyncIteration signals the end.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Async generators use yield inside async def and are consumed with async for.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demonstrates asend(), aclose(), async comprehensions, aiter(), anext(), and generator pipelines.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Async streams also support TCP servers and clients through asyncio.start_server() and asyncio.open_connection().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Async Context Managers and Iterators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Calling blocking synchronous code directly inside a coroutine blocks the event loop.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loop.run_in_executor() runs sync code in a thread or process pool; asyncio.to_thread() is the simpler thread-pool shortcut.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ThreadPoolExecutor is used for blocking I/O, while ProcessPoolExecutor is used for CPU-bound work.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demonstrates mixed pipelines: async fetch → sync transform in a thread → async save.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For HTTP, aiohttp is used with ClientSession and asyncio.gather() for concurrent requests.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Semaphore-based rate limiting, retries, response streaming, and connection limits are also demonstrated.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Executors and Async HTTP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