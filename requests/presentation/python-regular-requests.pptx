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874519"/>
            <a:ext cx="4370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40864"/>
            <a:ext cx="43708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00000"/>
                </a:solidFill>
                <a:latin typeface="Aptos Display"/>
              </a:defRPr>
            </a:pPr>
            <a:r>
              <a:t>Regular Requests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Requests is a Python HTTP library used to send HTTP requests to web services.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Install it with pip: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pip install requests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Import the library: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requests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Requests Library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requests.get() to retrieve data from a URL.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requests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 = requests.get("https://example.com")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print(response.status_code)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print(response.text)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Response object contains the server's status, headers, and body.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Send a GET Request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Pass query parameters with the params argument.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params = {"page": 1, "limit": 10}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 = requests.get(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"https://api.example.com/items", params=params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Requests encodes the parameters into the URL automatically.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Query Parameters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requests.post() to send data to a server.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data = {"name": "Akhila", "role": "developer"}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 = requests.post(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"https://api.example.com/users", data=data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For JSON request bodies, use the json argument: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 = requests.post(url, json=data)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Send POST Data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HTTP headers can be supplied with the headers argument.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headers = {"Authorization": "Bearer TOKEN"}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 = requests.get(url, headers=headers)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Basic authentication can be supplied with auth: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 = requests.get(url, auth=("user", "password"))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Keep credentials and tokens out of source code when possible.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Headers and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Inspect the response to process server results safely.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response.status_code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response.headers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response.text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response.json()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raise_for_status() to raise an exception for HTTP error responses.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response.raise_for_status()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Handle Responses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Set a timeout so a request does not wait indefinitely.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try: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response = requests.get(url, timeout=10)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response.raise_for_status()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except requests.exceptions.RequestException as error: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print(error)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typical workflow is: build request → send → check response → process data → handle errors.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Timeouts and Exceptions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