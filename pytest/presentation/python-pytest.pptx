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pytest is a Python testing framework used to write and run automated tests.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Install it with pip: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pytest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Check the installation: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 --version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pytest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pytest discovers test files using names such as test_*.py or *_test.py.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Example: test_calculator.py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Test functions normally start with test_.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def test_addition():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assert 2 + 3 == 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Assertions verify that the actual result matches the expected result.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Test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Run pytest from the project directory: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pytest automatically discovers matching test files and test functions.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Run a specific test file: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 test_calculator.py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Verbose output can be enabled with: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 -v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Run Tests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Python assert statements to check expected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assert result == 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assert user.name == "Akhila"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assert value is not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When an assertion fails, pytest reports the expected and actual values.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Assertions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Fixtures provide reusable setup data or resources for tests.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@pytest.fixture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def sample_data():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return [1, 2, 3]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def test_length(sample_data):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assert len(sample_data) ==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Fixtures help keep setup logic separate from test logic.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Fixtures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@pytest.mark.parametrize() runs the same test with multiple inputs.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@pytest.mark.parametrize("a,b,total", [(1, 2, 3), (2, 3, 5)])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def test_add(a, b, total):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assert a + b == total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This reduces duplicated test code and improves test coverage.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Parametrize Tests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Common options help control test execution.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 -v        # verbose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 -q        # quiet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 -k "login"  # run tests matching an expression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pytest -x        # stop after the first failure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typical workflow is: write tests → run pytest → inspect failures → fix code → rerun.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Useful pytest Options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