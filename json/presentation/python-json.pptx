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578608" y="1719072"/>
            <a:ext cx="45262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1488" y="1847088"/>
            <a:ext cx="4160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2221992"/>
            <a:ext cx="422452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0000"/>
                </a:solidFill>
                <a:latin typeface="Aptos Display"/>
              </a:defRPr>
            </a:pPr>
            <a:r>
              <a:t>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JSON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80">
                <a:solidFill>
                  <a:srgbClr val="000000"/>
                </a:solidFill>
                <a:latin typeface="Aptos"/>
              </a:defRPr>
            </a:pPr>
            <a:r>
              <a:t>JSON (JavaScript Object Notation) is a lightweight text format commonly used to exchange structured data.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80">
                <a:solidFill>
                  <a:srgbClr val="000000"/>
                </a:solidFill>
                <a:latin typeface="Aptos"/>
              </a:defRPr>
            </a:pPr>
            <a:r>
              <a:t>Python provides the built-in json module for encoding Python objects as JSON and decoding JSON back into Python objects.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80">
                <a:solidFill>
                  <a:srgbClr val="000000"/>
                </a:solidFill>
                <a:latin typeface="Aptos"/>
              </a:defRPr>
            </a:pPr>
            <a:r>
              <a:t>JSON data is commonly used with APIs, configuration files, and data storage.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JSON Data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JSON supports objects, arrays, strings, numbers, booleans, and null.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Python values map to JSON values during encoding.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Examples: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• dict → JSON object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• list / tuple → JSON array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• str → JSON string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• int / float → JSON number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• True / False → true / false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• None → null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Convert Python to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70">
                <a:solidFill>
                  <a:srgbClr val="000000"/>
                </a:solidFill>
                <a:latin typeface="Aptos"/>
              </a:defRPr>
            </a:pPr>
            <a:r>
              <a:t>json.dumps() converts a Python object into a JSON-formatted string.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7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70">
                <a:solidFill>
                  <a:srgbClr val="000000"/>
                </a:solidFill>
                <a:latin typeface="Aptos"/>
              </a:defRPr>
            </a:pPr>
            <a:r>
              <a:t>import json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70">
                <a:solidFill>
                  <a:srgbClr val="000000"/>
                </a:solidFill>
                <a:latin typeface="Aptos"/>
              </a:defRPr>
            </a:pPr>
            <a:r>
              <a:t>data = {'name': 'Akhila', 'age': 22}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70">
                <a:solidFill>
                  <a:srgbClr val="000000"/>
                </a:solidFill>
                <a:latin typeface="Aptos"/>
              </a:defRPr>
            </a:pPr>
            <a:r>
              <a:t>text = json.dumps(data)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70">
                <a:solidFill>
                  <a:srgbClr val="000000"/>
                </a:solidFill>
                <a:latin typeface="Aptos"/>
              </a:defRPr>
            </a:pPr>
            <a:r>
              <a:t>print(text)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70">
                <a:solidFill>
                  <a:srgbClr val="000000"/>
                </a:solidFill>
                <a:latin typeface="Aptos"/>
              </a:defRPr>
            </a:pPr>
            <a:r>
              <a:t>The result is a string containing JSON data.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Convert JSON to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40">
                <a:solidFill>
                  <a:srgbClr val="000000"/>
                </a:solidFill>
                <a:latin typeface="Aptos"/>
              </a:defRPr>
            </a:pPr>
            <a:r>
              <a:t>json.loads() parses a JSON string and converts it into the corresponding Python object.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4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40">
                <a:solidFill>
                  <a:srgbClr val="000000"/>
                </a:solidFill>
                <a:latin typeface="Aptos"/>
              </a:defRPr>
            </a:pPr>
            <a:r>
              <a:t>import json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40">
                <a:solidFill>
                  <a:srgbClr val="000000"/>
                </a:solidFill>
                <a:latin typeface="Aptos"/>
              </a:defRPr>
            </a:pPr>
            <a:r>
              <a:t>text = '{"name": "Akhila", "age": 22}'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40">
                <a:solidFill>
                  <a:srgbClr val="000000"/>
                </a:solidFill>
                <a:latin typeface="Aptos"/>
              </a:defRPr>
            </a:pPr>
            <a:r>
              <a:t>data = json.loads(text)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40">
                <a:solidFill>
                  <a:srgbClr val="000000"/>
                </a:solidFill>
                <a:latin typeface="Aptos"/>
              </a:defRPr>
            </a:pPr>
            <a:r>
              <a:t>print(data['name'])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40">
                <a:solidFill>
                  <a:srgbClr val="000000"/>
                </a:solidFill>
                <a:latin typeface="Aptos"/>
              </a:defRPr>
            </a:pPr>
            <a:r>
              <a:t>print(data['age'])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Write JSON to a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json.dump() writes a Python object directly to a JSON file.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import json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data = {'name': 'Akhila', 'age': 22}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with open('data.json', 'w') as file: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    json.dump(data, file, indent=4)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indent=4 makes the JSON easier to read.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Read JSON from a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40">
                <a:solidFill>
                  <a:srgbClr val="000000"/>
                </a:solidFill>
                <a:latin typeface="Aptos"/>
              </a:defRPr>
            </a:pPr>
            <a:r>
              <a:t>json.load() reads JSON data from a file and converts it into a Python object.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4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40">
                <a:solidFill>
                  <a:srgbClr val="000000"/>
                </a:solidFill>
                <a:latin typeface="Aptos"/>
              </a:defRPr>
            </a:pPr>
            <a:r>
              <a:t>import json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40">
                <a:solidFill>
                  <a:srgbClr val="000000"/>
                </a:solidFill>
                <a:latin typeface="Aptos"/>
              </a:defRPr>
            </a:pPr>
            <a:r>
              <a:t>with open('data.json', 'r') as file: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40">
                <a:solidFill>
                  <a:srgbClr val="000000"/>
                </a:solidFill>
                <a:latin typeface="Aptos"/>
              </a:defRPr>
            </a:pPr>
            <a:r>
              <a:t>    data = json.load(file)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40">
                <a:solidFill>
                  <a:srgbClr val="000000"/>
                </a:solidFill>
                <a:latin typeface="Aptos"/>
              </a:defRPr>
            </a:pPr>
            <a:r>
              <a:t>print(data)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40">
                <a:solidFill>
                  <a:srgbClr val="000000"/>
                </a:solidFill>
                <a:latin typeface="Aptos"/>
              </a:defRPr>
            </a:pPr>
            <a:r>
              <a:t>The returned object can be accessed using normal Python operations.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JSON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1. Import the built-in json module.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2. Use dumps() to convert Python data to a JSON string.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3. Use loads() to convert a JSON string back to Python data.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4. Use dump() to write JSON to a file.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5. Use load() to read JSON from a file.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JSON is especially useful for exchanging structured data between Python programs and web services.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