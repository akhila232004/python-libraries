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Logging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Logging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Python's built-in logging module provides a flexible way to record application events.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Logs can help developers understand program behavior, diagnose problems, and track important events.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The logging system supports different severity levels and multiple output destinations.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Basic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40">
                <a:solidFill>
                  <a:srgbClr val="000000"/>
                </a:solidFill>
                <a:latin typeface="Aptos"/>
              </a:defRPr>
            </a:pPr>
            <a:r>
              <a:t>Use logging.basicConfig() to configure a simple logging setup.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4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import logging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logging.basicConfig(level=logging.INFO)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logging.info('Application started')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logging.warning('A warning occurred')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logging.error('An error occurred')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Logging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Logging levels indicate the severity or importance of an event.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Common levels are: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• DEBUG — detailed information for diagnosing problems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• INFO — confirmation that things are working normally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• WARNING — an unexpected situation that does not stop execution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• ERROR — a serious problem affecting an operation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• CRITICAL — a very serious error that may prevent continued operation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Logger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A Logger object provides methods for creating log records within an application.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getLogger() is commonly used to obtain a named logger.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logger = logging.getLogger(__name__)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logger.info('Processing started')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logger.error('Processing failed')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Named loggers are useful for organizing logs across modules.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Log Messages and Exceptions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Log messages can include useful context about program execution.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logger.exception() records an error message together with exception information when called inside an exception handler.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try: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    result = 10 / 0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except Exception: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    logger.exception('Calculation failed')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Logging to 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Logs can be written to a file by specifying a filename in the logging configuration.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logging.basicConfig(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    filename='application.log',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    level=logging.INFO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File logging is useful when execution history needs to be retained for later analysis.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Logging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1. Import the logging module.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2. Configure the logging system.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3. Create or obtain a logger.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4. Record events using the appropriate severity level.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5. Write logs to the console, a file, or another configured destination.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6. Use exception logging when troubleshooting failures.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Logging provides a structured alternative to relying only on print() statements.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