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1874519"/>
            <a:ext cx="43708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340864"/>
            <a:ext cx="437083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000000"/>
                </a:solidFill>
                <a:latin typeface="Aptos Display"/>
              </a:defRPr>
            </a:pPr>
            <a:r>
              <a:t>Virtual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virtual environment is an isolated Python environment for a project.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It keeps project dependencies separate from packages installed in the system Python environment.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Different projects can use different package versions without interfering with each other.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Python provides the built-in venv module for creating virtual environments.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What is a Virtual Environment?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Create an environment named .venv with the venv module: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-m venv .venv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command creates an isolated environment directory containing its own Python executable and package tools.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You can choose another directory name if required.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Create a Virtual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On Windows Command Prompt: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.venv\Scripts\activate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On Windows PowerShell: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.venv\Scripts\Activate.ps1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After activation, the environment name usually appears in the terminal prompt.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the activation command that matches the shell you are using.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Activate on Windows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On macOS or Linux, activate the environment with: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source .venv/bin/activate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shell then uses the Python and packages associated with the virtual environment.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Verify the active interpreter with: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--version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Activate on macOS and Linux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Activate the virtual environment before installing project dependencies.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-m pip install requests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List installed packages: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-m pip list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Save dependencies to a requirements file when needed: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-m pip freeze &gt; requirements.txt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Install Packages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Leave the active virtual environment with: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deactivate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environment directory can be removed and recreated if it becomes unusable.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On Windows: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rmdir /s /q .venv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On macOS/Linux: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rm -rf .venv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Deactivate and Recreate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Create a project directory and virtual environment.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-m venv .venv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Activate the environment and install dependencies.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-m pip install -r requirements.txt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Run the application or tests inside the environment.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deactivate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Keep .venv out of source control and share dependency files such as requirements.txt instead.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Typical Virtual-Env Workflow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