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874519"/>
            <a:ext cx="4370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340864"/>
            <a:ext cx="437083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pytz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pytz is a Python library for working with time zones.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Install it with pip: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pip install pytz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Import the library: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pytz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Install pytz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pytz provides the IANA time zone database through all_timezones.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pytz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print(pytz.all_timezones)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Check whether a specific zone exists: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"Asia/Kolkata" in pytz.all_timezones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Time zone names use the Region/City format.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List Available Time Zones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timezone() to create a time zone object.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pytz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india_tz = pytz.timezone("Asia/Kolkata")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new_york_tz = pytz.timezone("America/New_York")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returned object can be used with timezone-aware datetime values.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Get a Time Zone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localize() to attach a pytz time zone to a naive datetime.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from datetime import datetime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pytz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india_tz = pytz.timezone("Asia/Kolkata")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local_dt = india_tz.localize(datetime(2026, 9, 8, 10, 30))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localized datetime contains time zone information.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Localize a Datetime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astimezone() to convert an aware datetime to another time zone.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from datetime import datetime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pytz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utc = pytz.utc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utc_dt = datetime.now(utc)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india_dt = utc_dt.astimezone(pytz.timezone("Asia/Kolkata"))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same instant is represented using the target time zone.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Convert Between Time Zones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UTC is a common reference point for storing and exchanging time.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pytz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utc = pytz.utc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print(utc.zone)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Time zone offsets can change because of daylight saving rules.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Using named IANA zones is safer than manually applying fixed offsets.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UTC and Time Zone Offsets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pytz works with Python datetime objects and strftime() formatting.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india_tz = pytz.timezone("Asia/Kolkata")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dt = india_tz.localize(datetime.now())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print(dt.strftime("%Y-%m-%d %H:%M:%S %Z%z"))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typical workflow is: choose zone → localize/obtain aware datetime → convert → format.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For modern Python projects, zoneinfo is the standard-library alternative to pytz.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Format and Use Time Zones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