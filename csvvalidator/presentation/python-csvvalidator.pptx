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828800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2221992"/>
            <a:ext cx="4297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CSVValidator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CSVValidator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csvvalidator is a Python library that allows you to define schemas and validate CSV files against them.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It helps ensure that CSV data is well-formed, consistent, and follows defined business rules.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Validation can cover column headers, record length, data types, and custom rules such as regular expressions, ranges, and boolean flags.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It is useful when importing CSV data from external sources into applications, data pipelines, or databases.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Installing and Defining a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50" b="1">
                <a:solidFill>
                  <a:srgbClr val="000000"/>
                </a:solidFill>
                <a:latin typeface="Aptos"/>
              </a:defRPr>
            </a:pPr>
            <a:r>
              <a:t>Install the library with: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60">
                <a:solidFill>
                  <a:srgbClr val="000000"/>
                </a:solidFill>
                <a:latin typeface="Aptos"/>
              </a:defRPr>
            </a:pPr>
            <a:r>
              <a:t>python -m pip install csvvalidator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The schema defines the expected structure and validation rules for the CSV data.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field_names contains the expected column names in the exact order.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add_header_check() validates the header row, while add_record_length_check() validates the number of columns in each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Users CSV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 b="1">
                <a:solidFill>
                  <a:srgbClr val="000000"/>
                </a:solidFill>
                <a:latin typeface="Aptos"/>
              </a:defRPr>
            </a:pPr>
            <a:r>
              <a:t>The sample users CSV contains ten fields: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id, first_name, last_name, gender, age, date, is_student, timestamp, email, score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1">
                <a:solidFill>
                  <a:srgbClr val="000000"/>
                </a:solidFill>
                <a:latin typeface="Aptos"/>
              </a:defRPr>
            </a:pPr>
            <a:r>
              <a:t>Example record: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10">
                <a:solidFill>
                  <a:srgbClr val="000000"/>
                </a:solidFill>
                <a:latin typeface="Aptos"/>
              </a:defRPr>
            </a:pPr>
            <a:r>
              <a:t>12-1234567,John,Doe,Male,25,10/09/2025,True,2025-09-10 12:00:00,john.doe@example.com,87.5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schema is created with CSVValidator(field_names).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Validating Basic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validator attaches value checks to individual fields using add_value_check().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id: must match the format XX-XXXXXXX.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first_name and last_name: must be non-empty and no more than 50 characters.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gender: must be either Male or Female.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age: must be an integer between 0 and 120.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Date, Boolean, and Timestamp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date: validated with datetime_string('%d/%m/%Y').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is_student: must contain True or False.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timestamp: validated against the format YYYY-MM-DD HH:MM:SS.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Helper functions can be defined for custom validation logic, such as checking timestamps.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Each validation rule is associated with an error code and message.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Email and Score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email: validated with a regular expression to ensure a valid email-address pattern.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score: validated with a custom is_float() helper that attempts to convert the value to float.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 b="1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60">
                <a:solidFill>
                  <a:srgbClr val="000000"/>
                </a:solidFill>
                <a:latin typeface="Aptos"/>
              </a:defRPr>
            </a:pPr>
            <a:r>
              <a:t>validator.add_value_check('score', is_float, 'EX12', 'Score must be a floating point number')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Custom functions and regular expressions allow the schema to express application-specific rules.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Validate CSV and Log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Open the CSV file with Python's csv.reader and pass the rows to validator.validate().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60">
                <a:solidFill>
                  <a:srgbClr val="000000"/>
                </a:solidFill>
                <a:latin typeface="Aptos"/>
              </a:defRPr>
            </a:pPr>
            <a:r>
              <a:t>problems = validator.validate(data)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If no problems are found, the script prints and logs 'CSV is valid'.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Otherwise, it reports the number of validation exceptions, prints each problem, and writes warnings to validation.log.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This separates schema definition from the final validation and reporting step.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