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ptos Display"/>
              </a:defRPr>
            </a:pPr>
            <a:r>
              <a:t>Iterators &amp; Generators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Iterators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An iterator is an object that produces values one at a time.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An iterator implements __iter__() and __next__().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iter() obtains an iterator from an iterable object.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next() retrieves the next value and raises StopIteration when no values remain.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Creating an Iterator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An iterator can be created from an iterable such as a list using iter().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numbers = [10, 20, 30]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iterator = iter(numbers)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print(next(iterator))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print(next(iterator))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print(next(iterator))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Iterator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iterator protocol defines how Python retrieves values sequentially.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__iter__() returns the iterator object.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__next__() returns the next item.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When there are no more items, __next__() raises StopIteration.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for loops use this protocol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Custom Iterator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A class can implement __iter__() and __next__() to define custom iteration behavior.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class Counter: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    def __init__(self, limit):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        self.value = 0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        self.limit = limit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    def __iter__(self):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        return self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Generators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A generator is a simple way to create an iterator using a function and the yield keyword.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yield produces a value and pauses the function.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When next() is called again, execution resumes from where it stopped.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Generators produce values lazily instead of storing all values at once.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Generator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A generator function contains one or more yield statements.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def numbers(limit):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    for value in range(limit):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        yield value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gen = numbers(3)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print(next(gen))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print(next(gen))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Iterators vs Generators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Iterators: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• Implement the iterator protocol with __iter__() and __next__().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• Can be implemented as custom classes.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Generators: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• Use yield to produce values lazily.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• Automatically provide iterator behavior.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Both support sequential processing and can reduce memory usage for large sequences.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