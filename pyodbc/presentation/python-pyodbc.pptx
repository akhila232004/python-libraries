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3472" y="1773936"/>
            <a:ext cx="4370832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1874519"/>
            <a:ext cx="43708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2340864"/>
            <a:ext cx="437083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pyodbc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pyodbc is a Python DB-API 2.0 module for connecting to databases through ODBC.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Install it with pip: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python -m pip install pyodbc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Import the module: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pyodbc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Install pyodbc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Create a connection using an ODBC connection string.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pyodbc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connection = pyodbc.connect(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"DRIVER={ODBC Driver 18 for SQL Server};"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"SERVER=localhost;DATABASE=mydb;"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"UID=user;PWD=password"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connection object manages communication with the database.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Connect to a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 cursor is used to execute SQL statements and retrieve results.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cursor = connection.cursor()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the cursor for SELECT, INSERT, UPDATE, and DELETE operations.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Close the cursor when database work is complete: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cursor.close()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Create a Cursor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execute() to run SQL statements.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cursor.execute("SELECT * FROM employees")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parameters instead of building SQL with user input: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cursor.execute(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"SELECT * FROM employees WHERE id = ?",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employee_id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Parameterized queries help reduce SQL injection risks.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Execute SQL Queries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Execute INSERT statements using parameterized values.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sql = "INSERT INTO employees (name, age) VALUES (?, ?)"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cursor.execute(sql, ("Akhila", 22))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Save the transaction with commit():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connection.commit()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Insert and Commit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Retrieve rows after executing a SELECT query.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cursor.execute("SELECT * FROM employees")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row = cursor.fetchone()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rows = cursor.fetchall()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fetchone() returns one row; fetchall() returns all remaining rows.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Fetch Results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Close the cursor and connection after completing database operations.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cursor.close()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connection.close()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 typical workflow is: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Connect → Create cursor → Execute SQL → Fetch/commit → Close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Using try/finally or context managers can help ensure cleanup.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Close the Connection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