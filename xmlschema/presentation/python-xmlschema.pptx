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ptos Display"/>
              </a:defRPr>
            </a:pPr>
            <a:r>
              <a:t>XML Schema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XML Schema (XSD) defines the structure and rules that XML documents must follow.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It can specify elements, attributes, data types, required values, and relationships.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XSD documents normally use the .xsd extension.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Example declaration: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&lt;xs:schema xmlns:xs="http://www.w3.org/2001/XMLSchema"&gt;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&lt;/xs:schema&gt;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What is XML Schema?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XSD defines which elements and attributes are allowed in an XML document.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&lt;xs:element name="name" type="xs:string"/&gt;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&lt;xs:attribute name="id" type="xs:integer"/&gt;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Elements represent structured content, while attributes describe properties of elements.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schema can also specify whether an element or attribute is required or optional.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Elements and Attributes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XML Schema provides built-in data types for validating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xs:string     # text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xs:integer    # whole number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xs:decimal    # decimal number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xs:boolean    # true or false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xs:date       # date value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xs:dateTime   # date and time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Choosing appropriate data types makes XML validation more precise.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Built-in Data Types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Complex types describe elements that contain child elements or attributes.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&lt;xs:complexType name="personType"&gt;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&lt;xs:sequence&gt;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    &lt;xs:element name="name" type="xs:string"/&gt;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    &lt;xs:element name="age" type="xs:integer"/&gt;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&lt;/xs:sequence&gt;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&lt;/xs:complexType&gt;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Complex types are useful for defining reusable XML structures.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Complex Types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Simple types can restrict the values accepted for an element or attribute.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&lt;xs:simpleType name="ageType"&gt;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&lt;xs:restriction base="xs:integer"&gt;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    &lt;xs:minInclusive value="0"/&gt;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    &lt;xs:maxInclusive value="120"/&gt;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&lt;/xs:restriction&gt;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&lt;/xs:simpleType&gt;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Restrictions can enforce ranges, patterns, lengths, and enumerated values.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Simple Types and Restrictions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XSD controls how often elements may occur using minOccurs and maxOccurs.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&lt;xs:element name="item" type="xs:string" minOccurs="0" maxOccurs="unbounded"/&gt;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minOccurs controls the minimum number of occurrences.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maxOccurs controls the maximum number of occurrences.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xs:sequence requires child elements to appear in a specified order.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Other compositors such as xs:choice can allow alternative elements.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Occurrence and Structure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An XML document can be validated against an XSD to check whether it follows the defined rules.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Typical validation workflow: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XML document → Load XSD → Validate structure and values → Report errors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Validation can detect missing elements, invalid data types, unexpected elements, and invalid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XSD is useful when XML data must follow a consistent, machine-checkable contract.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Validate XML with XSD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