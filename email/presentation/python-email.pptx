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Email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Email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Python's email package provides classes for constructing and parsing email messages.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It supports message headers, plain-text and HTML bodies, attachments, and multipart messages.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email package is commonly used together with smtplib to send messages.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Create an Email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EmailMessage provides a convenient interface for creating an email.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Set the sender, recipient, subject, and message body before sending.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9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from email.message import EmailMessage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msg = EmailMessage()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msg['From'] = 'sender@example.com'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msg['To'] = 'recipient@example.com'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msg['Subject'] = 'Test Email'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90">
                <a:solidFill>
                  <a:srgbClr val="000000"/>
                </a:solidFill>
                <a:latin typeface="Aptos"/>
              </a:defRPr>
            </a:pPr>
            <a:r>
              <a:t>msg.set_content('Hello from Python')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Plain Text and HTML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A message can contain plain text or an HTML version of the body.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set_content() sets the plain-text content.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add_alternative() can add an HTML representation.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msg.set_content('Hello from Python')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msg.add_alternative('&lt;h1&gt;Hello&lt;/h1&gt;&lt;p&gt;From Python&lt;/p&gt;', subtype='html')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Email Attachments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EmailMessage can attach files to a message.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Read the file in binary mode and add it with the appropriate MIME type.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with open('report.pdf', 'rb') as f: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    data = f.read()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msg.add_attachment(data, maintype='application', subtype='pdf', filename='report.pdf')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Send Email with SMTP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The smtplib module provides an SMTP client for sending email through a mail server.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A typical flow is: create the message, connect to the SMTP server, authenticate when required, and send the message.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import smtplib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with smtplib.SMTP('smtp.example.com', 587) as server: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    server.starttls()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    server.login('sender@example.com', 'password')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    server.send_message(msg)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SMTP over SSL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SMTP_SSL creates an SMTP connection that uses SSL from the beginning.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It can be used when the mail provider requires an SSL connection.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import smtplib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with smtplib.SMTP_SSL('smtp.example.com', 465) as server: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    server.login('sender@example.com', 'password')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    server.send_message(msg)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Email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1. Create an EmailMessage object.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2. Set From, To, and Subject headers.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3. Add plain-text, HTML, or attachment content.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4. Connect to the SMTP server.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5. Authenticate if required.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6. Send the message with send_message().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7. Close the SMTP connection.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Keep credentials secure and avoid hard-coding passwords in source code.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