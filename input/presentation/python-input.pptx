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Input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Input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input() function reads a line of text entered by the user through the keyboard.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It displays an optional prompt and returns the entered value as a string.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Input is useful for making Python programs interactive.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Basic 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Call input() with a prompt to ask the user for a value.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name = input('Enter your name: ')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print('Hello', name)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The value returned by input() is stored in the variable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Input Always Returns a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Values returned by input() have the string data type, even when the user enters a number.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value = input('Enter a value: ')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print(type(value))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Convert the value when a numeric type is required.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Integer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Use int() with input() when the program expects an integer.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age = int(input('Enter your age: '))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print(age)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entered text is converted to an integer before it is stored.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Float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Use float() with input() when the program expects a decimal number.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value = float(input('Enter a number: '))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print(value)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entered text is converted to a floating-point value.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Multiple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A program can collect multiple values by calling input() more than once.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first = input('Enter first value: 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second = input('Enter second value: 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print(first, second)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For numeric calculations, convert each input using int() or float().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Input in 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A typical interactive program follows this flow: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1. Display a prompt using input().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2. Read the user's value.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3. Convert the value when necessary.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4. Process the value using program logic.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5. Display the result with print().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number = int(input('Enter a number: '))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print(number * 2)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