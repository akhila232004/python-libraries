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578608" y="1719072"/>
            <a:ext cx="452628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1488" y="1847088"/>
            <a:ext cx="4160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2221992"/>
            <a:ext cx="422452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0000"/>
                </a:solidFill>
                <a:latin typeface="Aptos Display"/>
              </a:defRPr>
            </a:pPr>
            <a:r>
              <a:t>File I/O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File I/O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File I/O (Input/Output) allows Python programs to read data from files and write data to files.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The built-in open() function is used to create a file object.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Common operations include opening, reading, writing, appending, and closing files.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Opening a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Use open() with a file path and an optional mode.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Common modes: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• 'r' — read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• 'w' — write and replace existing content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• 'a' — append to the end of a file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• 'x' — create a new file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file = open('data.txt', 'r')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Reading a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read() reads the complete file content as a string.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readline() reads one line at a time.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readlines() returns the lines as a list.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with open('data.txt', 'r') as file: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    content = file.read()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    print(content)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Writing to a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The 'w' mode creates a new file or replaces the contents of an existing file.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write() writes a string to the file.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with open('output.txt', 'w') as file: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    file.write('Hello from Python')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Multiple write() calls can add additional text.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Appending to a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The 'a' mode preserves existing content and writes new content at the end.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It is useful for logs and incremental data updates.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50">
                <a:solidFill>
                  <a:srgbClr val="000000"/>
                </a:solidFill>
                <a:latin typeface="Aptos"/>
              </a:defRPr>
            </a:pPr>
            <a:r>
              <a:t>with open('log.txt', 'a') as file: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    file.write('New log entry\n')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The file is created automatically if it does not already exist.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Using with for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The with statement manages the file resource automatically.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The file is closed when the with block finishes, even if an exception occurs.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50">
                <a:solidFill>
                  <a:srgbClr val="000000"/>
                </a:solidFill>
                <a:latin typeface="Aptos"/>
              </a:defRPr>
            </a:pPr>
            <a:r>
              <a:t>with open('data.txt', 'r') as file: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    data = file.read()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50">
                <a:solidFill>
                  <a:srgbClr val="000000"/>
                </a:solidFill>
                <a:latin typeface="Aptos"/>
              </a:defRPr>
            </a:pPr>
            <a:r>
              <a:t>print(data)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Using with is the recommended approach for normal file operations.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File I/O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20">
                <a:solidFill>
                  <a:srgbClr val="000000"/>
                </a:solidFill>
                <a:latin typeface="Aptos"/>
              </a:defRPr>
            </a:pPr>
            <a:r>
              <a:t>1. Specify the file path.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20">
                <a:solidFill>
                  <a:srgbClr val="000000"/>
                </a:solidFill>
                <a:latin typeface="Aptos"/>
              </a:defRPr>
            </a:pPr>
            <a:r>
              <a:t>2. Open the file with the required mode.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20">
                <a:solidFill>
                  <a:srgbClr val="000000"/>
                </a:solidFill>
                <a:latin typeface="Aptos"/>
              </a:defRPr>
            </a:pPr>
            <a:r>
              <a:t>3. Read or write the required data.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20">
                <a:solidFill>
                  <a:srgbClr val="000000"/>
                </a:solidFill>
                <a:latin typeface="Aptos"/>
              </a:defRPr>
            </a:pPr>
            <a:r>
              <a:t>4. Close the file or use a with statement for automatic cleanup.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20">
                <a:solidFill>
                  <a:srgbClr val="000000"/>
                </a:solidFill>
                <a:latin typeface="Aptos"/>
              </a:defRPr>
            </a:pPr>
            <a:r>
              <a:t>5. Handle file-related errors when necessary.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20">
                <a:solidFill>
                  <a:srgbClr val="000000"/>
                </a:solidFill>
                <a:latin typeface="Aptos"/>
              </a:defRPr>
            </a:pPr>
            <a:r>
              <a:t>Common errors include FileNotFoundError and PermissionError.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