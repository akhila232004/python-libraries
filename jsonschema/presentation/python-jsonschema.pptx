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578608" y="1719072"/>
            <a:ext cx="45262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1847088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2221992"/>
            <a:ext cx="42245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Aptos Display"/>
              </a:defRPr>
            </a:pPr>
            <a:r>
              <a:t>JSON Schema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JSON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70">
                <a:solidFill>
                  <a:srgbClr val="000000"/>
                </a:solidFill>
                <a:latin typeface="Aptos"/>
              </a:defRPr>
            </a:pPr>
            <a:r>
              <a:t>JSON Schema defines the structure, data types, and validation rules that JSON data should follow.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70">
                <a:solidFill>
                  <a:srgbClr val="000000"/>
                </a:solidFill>
                <a:latin typeface="Aptos"/>
              </a:defRPr>
            </a:pPr>
            <a:r>
              <a:t>It can describe properties, required fields, allowed values, formats, and constraints.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70">
                <a:solidFill>
                  <a:srgbClr val="000000"/>
                </a:solidFill>
                <a:latin typeface="Aptos"/>
              </a:defRPr>
            </a:pPr>
            <a:r>
              <a:t>Schemas are useful for validating API payloads and other structured JSON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Schema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A JSON Schema is itself a JSON document containing keywords that describe valid data.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Common keywords include: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• $schema — identifies the schema specification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• type — defines the expected data type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• properties — defines object fields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• required — lists mandatory fields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• items — defines array elements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Object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The type keyword can define an object, while properties describes the fields inside it.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{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  "type": "object",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  "properties": {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    "name": {"type": "string"},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    "age": {"type": "integer"}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  }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Required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Use required to specify properties that must be present in an object.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{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  "type": "object",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  "properties": {"name": {"type": "string"},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                 "age": {"type": "integer"}},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  "required": ["name", "age"]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}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A missing required property makes the instance invalid.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Value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JSON Schema provides constraints for controlling valid values.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Examples include: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• minimum and maximum for numbers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• minLength and maxLength for strings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• minItems and maxItems for arrays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• pattern for regular-expression string validation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• enum for a fixed set of allowed values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Validate with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90">
                <a:solidFill>
                  <a:srgbClr val="000000"/>
                </a:solidFill>
                <a:latin typeface="Aptos"/>
              </a:defRPr>
            </a:pPr>
            <a:r>
              <a:t>The jsonschema package can validate Python data against a JSON Schema.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90">
                <a:solidFill>
                  <a:srgbClr val="000000"/>
                </a:solidFill>
                <a:latin typeface="Aptos"/>
              </a:defRPr>
            </a:pPr>
            <a:r>
              <a:t>Install the package with: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90">
                <a:solidFill>
                  <a:srgbClr val="000000"/>
                </a:solidFill>
                <a:latin typeface="Aptos"/>
              </a:defRPr>
            </a:pPr>
            <a:r>
              <a:t>python -m pip install jsonschema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9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90">
                <a:solidFill>
                  <a:srgbClr val="000000"/>
                </a:solidFill>
                <a:latin typeface="Aptos"/>
              </a:defRPr>
            </a:pPr>
            <a:r>
              <a:t>from jsonschema import validate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90">
                <a:solidFill>
                  <a:srgbClr val="000000"/>
                </a:solidFill>
                <a:latin typeface="Aptos"/>
              </a:defRPr>
            </a:pPr>
            <a:r>
              <a:t>validate(instance=data, schema=schema)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90">
                <a:solidFill>
                  <a:srgbClr val="000000"/>
                </a:solidFill>
                <a:latin typeface="Aptos"/>
              </a:defRPr>
            </a:pPr>
            <a:r>
              <a:t>Validation raises an exception when the data does not conform to the schema.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JSON Schema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1. Define the expected JSON structure in a schema.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2. Specify types, properties, and required fields.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3. Add constraints such as ranges, patterns, or allowed values.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4. Load or create the JSON data to validate.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5. Validate the data against the schema.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6. Handle validation errors when the data is invalid.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