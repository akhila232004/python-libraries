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unittest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unittest is Python's built-in unit testing framework.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No separate installation is required because unittest is included with Python.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Import it in a test file: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unittest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It provides test cases, assertions, setup/teardown, and test discovery.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unittest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Create a class that inherits from unittest.TestCase.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unittest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class TestCalculator(unittest.TestCase):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def test_addition(self):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    self.assertEqual(2 + 3, 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Test methods should normally start with test so the framework can discover them.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a Test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Run a test module from the command line: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unittest test_calculator.py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Discover tests automatically: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unittest discover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Verbose output can be enabled with: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unittest -v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unittest reports passed tests and failures or errors.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Run Tests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Assertions compare expected results with actual results.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self.assertEqual(a, b)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self.assertNotEqual(a, b)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self.assertTrue(value)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self.assertFalse(value)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self.assertIsNone(value)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assertions to clearly express the behavior each test expects.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Assertions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setUp() runs before each test; tearDown() runs after each test.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class TestDatabase(unittest.TestCase):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def setUp(self):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    self.data = [1, 2, 3]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def tearDown(self):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    self.data =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This keeps common preparation and cleanup separate from test methods.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Setup and Teardown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assertRaises() to verify that code raises the expected exception.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with self.assertRaises(ValueError):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int("not-a-number")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You can also check exception details when needed.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Testing exceptions helps verify how code behaves for invalid input.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Expected Exceptions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TestSuite groups test cases so they can be run together.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suite = unittest.TestSuite()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suite.addTest(TestCalculator("test_addition"))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TestLoader can load tests from modules or classes.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loader = unittest.TestLoader()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suite = loader.loadTestsFromTestCase(TestCalculator)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typical workflow is: write TestCase → add assertions → run/discover tests → fix failures → rerun.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Test Suites and Discovery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